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6" r:id="rId4"/>
  </p:sldMasterIdLst>
  <p:notesMasterIdLst>
    <p:notesMasterId r:id="rId15"/>
  </p:notesMasterIdLst>
  <p:handoutMasterIdLst>
    <p:handoutMasterId r:id="rId16"/>
  </p:handoutMasterIdLst>
  <p:sldIdLst>
    <p:sldId id="277" r:id="rId5"/>
    <p:sldId id="274" r:id="rId6"/>
    <p:sldId id="279" r:id="rId7"/>
    <p:sldId id="280" r:id="rId8"/>
    <p:sldId id="281" r:id="rId9"/>
    <p:sldId id="282" r:id="rId10"/>
    <p:sldId id="283" r:id="rId11"/>
    <p:sldId id="284" r:id="rId12"/>
    <p:sldId id="286" r:id="rId13"/>
    <p:sldId id="285" r:id="rId14"/>
  </p:sldIdLst>
  <p:sldSz cx="10058400" cy="77724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88" userDrawn="1">
          <p15:clr>
            <a:srgbClr val="A4A3A4"/>
          </p15:clr>
        </p15:guide>
        <p15:guide id="2" orient="horz" pos="2784" userDrawn="1">
          <p15:clr>
            <a:srgbClr val="A4A3A4"/>
          </p15:clr>
        </p15:guide>
        <p15:guide id="3" orient="horz" pos="576" userDrawn="1">
          <p15:clr>
            <a:srgbClr val="A4A3A4"/>
          </p15:clr>
        </p15:guide>
        <p15:guide id="4" pos="316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4D8C"/>
    <a:srgbClr val="1A305C"/>
    <a:srgbClr val="3F765F"/>
    <a:srgbClr val="367058"/>
    <a:srgbClr val="1B4935"/>
    <a:srgbClr val="679B9B"/>
    <a:srgbClr val="25654A"/>
    <a:srgbClr val="E6E6E6"/>
    <a:srgbClr val="F38571"/>
    <a:srgbClr val="FFB6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AD1E1B-DE75-48EA-92C4-BFE525B295C8}" v="43" dt="2026-02-06T07:54:41.55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46" autoAdjust="0"/>
    <p:restoredTop sz="93725" autoAdjust="0"/>
  </p:normalViewPr>
  <p:slideViewPr>
    <p:cSldViewPr snapToGrid="0" showGuides="1">
      <p:cViewPr>
        <p:scale>
          <a:sx n="50" d="100"/>
          <a:sy n="50" d="100"/>
        </p:scale>
        <p:origin x="254" y="494"/>
      </p:cViewPr>
      <p:guideLst>
        <p:guide orient="horz" pos="2088"/>
        <p:guide orient="horz" pos="2784"/>
        <p:guide orient="horz" pos="576"/>
        <p:guide pos="3168"/>
      </p:guideLst>
    </p:cSldViewPr>
  </p:slideViewPr>
  <p:outlineViewPr>
    <p:cViewPr>
      <p:scale>
        <a:sx n="33" d="100"/>
        <a:sy n="33" d="100"/>
      </p:scale>
      <p:origin x="0" y="-115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ithanya Narasimha" userId="a5f8b2a1337b10d5" providerId="LiveId" clId="{95832A2C-6BB0-4AEE-A845-738B94753025}"/>
    <pc:docChg chg="undo custSel addSld delSld modSld sldOrd">
      <pc:chgData name="chaithanya Narasimha" userId="a5f8b2a1337b10d5" providerId="LiveId" clId="{95832A2C-6BB0-4AEE-A845-738B94753025}" dt="2026-02-06T07:57:37.386" v="324" actId="14100"/>
      <pc:docMkLst>
        <pc:docMk/>
      </pc:docMkLst>
      <pc:sldChg chg="addSp delSp modSp del mod ord">
        <pc:chgData name="chaithanya Narasimha" userId="a5f8b2a1337b10d5" providerId="LiveId" clId="{95832A2C-6BB0-4AEE-A845-738B94753025}" dt="2026-02-06T07:57:07.669" v="322" actId="2696"/>
        <pc:sldMkLst>
          <pc:docMk/>
          <pc:sldMk cId="719325024" sldId="272"/>
        </pc:sldMkLst>
        <pc:spChg chg="add del mod">
          <ac:chgData name="chaithanya Narasimha" userId="a5f8b2a1337b10d5" providerId="LiveId" clId="{95832A2C-6BB0-4AEE-A845-738B94753025}" dt="2026-02-06T07:34:01.981" v="98"/>
          <ac:spMkLst>
            <pc:docMk/>
            <pc:sldMk cId="719325024" sldId="272"/>
            <ac:spMk id="3" creationId="{B54A92F0-48BC-C804-2066-5CEEEE2F0F37}"/>
          </ac:spMkLst>
        </pc:spChg>
        <pc:spChg chg="add mod">
          <ac:chgData name="chaithanya Narasimha" userId="a5f8b2a1337b10d5" providerId="LiveId" clId="{95832A2C-6BB0-4AEE-A845-738B94753025}" dt="2026-02-06T07:10:21.446" v="1" actId="478"/>
          <ac:spMkLst>
            <pc:docMk/>
            <pc:sldMk cId="719325024" sldId="272"/>
            <ac:spMk id="5" creationId="{5925573B-1E1E-06C5-EC8F-E963D00CF474}"/>
          </ac:spMkLst>
        </pc:spChg>
        <pc:spChg chg="add del mod">
          <ac:chgData name="chaithanya Narasimha" userId="a5f8b2a1337b10d5" providerId="LiveId" clId="{95832A2C-6BB0-4AEE-A845-738B94753025}" dt="2026-02-06T07:37:46.426" v="124"/>
          <ac:spMkLst>
            <pc:docMk/>
            <pc:sldMk cId="719325024" sldId="272"/>
            <ac:spMk id="7" creationId="{4D3D6BB6-AAA3-C28D-7B68-3B95D8D79898}"/>
          </ac:spMkLst>
        </pc:spChg>
        <pc:spChg chg="add del mod">
          <ac:chgData name="chaithanya Narasimha" userId="a5f8b2a1337b10d5" providerId="LiveId" clId="{95832A2C-6BB0-4AEE-A845-738B94753025}" dt="2026-02-06T07:37:22.024" v="122"/>
          <ac:spMkLst>
            <pc:docMk/>
            <pc:sldMk cId="719325024" sldId="272"/>
            <ac:spMk id="9" creationId="{3DB02A5D-3CAC-0EC7-2503-699BA5AE05C9}"/>
          </ac:spMkLst>
        </pc:spChg>
        <pc:spChg chg="add del mod">
          <ac:chgData name="chaithanya Narasimha" userId="a5f8b2a1337b10d5" providerId="LiveId" clId="{95832A2C-6BB0-4AEE-A845-738B94753025}" dt="2026-02-06T07:34:09.744" v="100"/>
          <ac:spMkLst>
            <pc:docMk/>
            <pc:sldMk cId="719325024" sldId="272"/>
            <ac:spMk id="13" creationId="{1E01BDA1-9B90-A469-8BD6-1B6C3BA7936A}"/>
          </ac:spMkLst>
        </pc:spChg>
        <pc:spChg chg="mod">
          <ac:chgData name="chaithanya Narasimha" userId="a5f8b2a1337b10d5" providerId="LiveId" clId="{95832A2C-6BB0-4AEE-A845-738B94753025}" dt="2026-02-06T07:41:47.508" v="180" actId="21"/>
          <ac:spMkLst>
            <pc:docMk/>
            <pc:sldMk cId="719325024" sldId="272"/>
            <ac:spMk id="15" creationId="{7387FAE8-62F0-B068-4565-A73BE8685744}"/>
          </ac:spMkLst>
        </pc:spChg>
        <pc:spChg chg="add del mod">
          <ac:chgData name="chaithanya Narasimha" userId="a5f8b2a1337b10d5" providerId="LiveId" clId="{95832A2C-6BB0-4AEE-A845-738B94753025}" dt="2026-02-06T07:34:23.948" v="103"/>
          <ac:spMkLst>
            <pc:docMk/>
            <pc:sldMk cId="719325024" sldId="272"/>
            <ac:spMk id="18" creationId="{15AD2B88-9476-AAC2-80D5-A3D3FBE3358C}"/>
          </ac:spMkLst>
        </pc:spChg>
        <pc:spChg chg="add del mod">
          <ac:chgData name="chaithanya Narasimha" userId="a5f8b2a1337b10d5" providerId="LiveId" clId="{95832A2C-6BB0-4AEE-A845-738B94753025}" dt="2026-02-06T07:48:25.451" v="229"/>
          <ac:spMkLst>
            <pc:docMk/>
            <pc:sldMk cId="719325024" sldId="272"/>
            <ac:spMk id="21" creationId="{CA85BC8A-1DF3-B7FD-B2AF-51C1684DF8AE}"/>
          </ac:spMkLst>
        </pc:spChg>
        <pc:spChg chg="add del mod">
          <ac:chgData name="chaithanya Narasimha" userId="a5f8b2a1337b10d5" providerId="LiveId" clId="{95832A2C-6BB0-4AEE-A845-738B94753025}" dt="2026-02-06T07:39:09.846" v="146" actId="14100"/>
          <ac:spMkLst>
            <pc:docMk/>
            <pc:sldMk cId="719325024" sldId="272"/>
            <ac:spMk id="26" creationId="{7997FE7B-2BD8-9419-2908-209C8D6807D1}"/>
          </ac:spMkLst>
        </pc:spChg>
        <pc:spChg chg="add mod">
          <ac:chgData name="chaithanya Narasimha" userId="a5f8b2a1337b10d5" providerId="LiveId" clId="{95832A2C-6BB0-4AEE-A845-738B94753025}" dt="2026-02-06T07:37:53.003" v="126" actId="478"/>
          <ac:spMkLst>
            <pc:docMk/>
            <pc:sldMk cId="719325024" sldId="272"/>
            <ac:spMk id="29" creationId="{E304AD43-2E8F-8B44-0C94-9D844989808D}"/>
          </ac:spMkLst>
        </pc:spChg>
        <pc:spChg chg="add del mod">
          <ac:chgData name="chaithanya Narasimha" userId="a5f8b2a1337b10d5" providerId="LiveId" clId="{95832A2C-6BB0-4AEE-A845-738B94753025}" dt="2026-02-06T07:39:01.757" v="143" actId="478"/>
          <ac:spMkLst>
            <pc:docMk/>
            <pc:sldMk cId="719325024" sldId="272"/>
            <ac:spMk id="34" creationId="{6713637B-68D7-3FEC-FEF1-EA71F445BFED}"/>
          </ac:spMkLst>
        </pc:spChg>
        <pc:spChg chg="mod">
          <ac:chgData name="chaithanya Narasimha" userId="a5f8b2a1337b10d5" providerId="LiveId" clId="{95832A2C-6BB0-4AEE-A845-738B94753025}" dt="2026-02-06T07:40:47.220" v="173" actId="27636"/>
          <ac:spMkLst>
            <pc:docMk/>
            <pc:sldMk cId="719325024" sldId="272"/>
            <ac:spMk id="36" creationId="{0E88CD47-BB8E-CEF5-5706-3232AA5ACBCD}"/>
          </ac:spMkLst>
        </pc:spChg>
        <pc:spChg chg="add del mod">
          <ac:chgData name="chaithanya Narasimha" userId="a5f8b2a1337b10d5" providerId="LiveId" clId="{95832A2C-6BB0-4AEE-A845-738B94753025}" dt="2026-02-06T07:38:25.995" v="133" actId="14100"/>
          <ac:spMkLst>
            <pc:docMk/>
            <pc:sldMk cId="719325024" sldId="272"/>
            <ac:spMk id="38" creationId="{84538766-2C49-DD5A-9E5F-4102A46709FA}"/>
          </ac:spMkLst>
        </pc:spChg>
        <pc:picChg chg="add del mod">
          <ac:chgData name="chaithanya Narasimha" userId="a5f8b2a1337b10d5" providerId="LiveId" clId="{95832A2C-6BB0-4AEE-A845-738B94753025}" dt="2026-02-06T07:34:05.526" v="99" actId="478"/>
          <ac:picMkLst>
            <pc:docMk/>
            <pc:sldMk cId="719325024" sldId="272"/>
            <ac:picMk id="11" creationId="{4CADA9F6-F319-C1C3-D8E2-53503BD86691}"/>
          </ac:picMkLst>
        </pc:picChg>
        <pc:picChg chg="add del mod">
          <ac:chgData name="chaithanya Narasimha" userId="a5f8b2a1337b10d5" providerId="LiveId" clId="{95832A2C-6BB0-4AEE-A845-738B94753025}" dt="2026-02-06T07:34:17.941" v="102" actId="478"/>
          <ac:picMkLst>
            <pc:docMk/>
            <pc:sldMk cId="719325024" sldId="272"/>
            <ac:picMk id="16" creationId="{B9384030-296C-D874-4321-1EB12CBFD305}"/>
          </ac:picMkLst>
        </pc:picChg>
        <pc:picChg chg="add del mod">
          <ac:chgData name="chaithanya Narasimha" userId="a5f8b2a1337b10d5" providerId="LiveId" clId="{95832A2C-6BB0-4AEE-A845-738B94753025}" dt="2026-02-06T07:37:53.003" v="126" actId="478"/>
          <ac:picMkLst>
            <pc:docMk/>
            <pc:sldMk cId="719325024" sldId="272"/>
            <ac:picMk id="20" creationId="{7CD04BEA-B588-131F-B899-4598AD79DBCF}"/>
          </ac:picMkLst>
        </pc:picChg>
        <pc:picChg chg="add del mod">
          <ac:chgData name="chaithanya Narasimha" userId="a5f8b2a1337b10d5" providerId="LiveId" clId="{95832A2C-6BB0-4AEE-A845-738B94753025}" dt="2026-02-06T07:37:50.513" v="125" actId="478"/>
          <ac:picMkLst>
            <pc:docMk/>
            <pc:sldMk cId="719325024" sldId="272"/>
            <ac:picMk id="23" creationId="{4820F8F6-47EB-9AA4-69C5-CA2DB56320C7}"/>
          </ac:picMkLst>
        </pc:picChg>
        <pc:picChg chg="del">
          <ac:chgData name="chaithanya Narasimha" userId="a5f8b2a1337b10d5" providerId="LiveId" clId="{95832A2C-6BB0-4AEE-A845-738B94753025}" dt="2026-02-06T07:10:18.446" v="0" actId="478"/>
          <ac:picMkLst>
            <pc:docMk/>
            <pc:sldMk cId="719325024" sldId="272"/>
            <ac:picMk id="24" creationId="{12D9EE71-0B92-DE14-B886-AC5FA2DF64D9}"/>
          </ac:picMkLst>
        </pc:picChg>
        <pc:picChg chg="del">
          <ac:chgData name="chaithanya Narasimha" userId="a5f8b2a1337b10d5" providerId="LiveId" clId="{95832A2C-6BB0-4AEE-A845-738B94753025}" dt="2026-02-06T07:10:21.446" v="1" actId="478"/>
          <ac:picMkLst>
            <pc:docMk/>
            <pc:sldMk cId="719325024" sldId="272"/>
            <ac:picMk id="28" creationId="{632C13B2-2294-C56F-BD89-A5184EA7151E}"/>
          </ac:picMkLst>
        </pc:picChg>
        <pc:picChg chg="del">
          <ac:chgData name="chaithanya Narasimha" userId="a5f8b2a1337b10d5" providerId="LiveId" clId="{95832A2C-6BB0-4AEE-A845-738B94753025}" dt="2026-02-06T07:10:23.906" v="2" actId="478"/>
          <ac:picMkLst>
            <pc:docMk/>
            <pc:sldMk cId="719325024" sldId="272"/>
            <ac:picMk id="30" creationId="{A139E2C2-9033-3B66-1560-EA915049E365}"/>
          </ac:picMkLst>
        </pc:picChg>
        <pc:picChg chg="add del mod">
          <ac:chgData name="chaithanya Narasimha" userId="a5f8b2a1337b10d5" providerId="LiveId" clId="{95832A2C-6BB0-4AEE-A845-738B94753025}" dt="2026-02-06T07:39:03.031" v="144"/>
          <ac:picMkLst>
            <pc:docMk/>
            <pc:sldMk cId="719325024" sldId="272"/>
            <ac:picMk id="32" creationId="{F0EF0576-FBA1-371F-7854-9A8FF7D91BCE}"/>
          </ac:picMkLst>
        </pc:picChg>
      </pc:sldChg>
      <pc:sldChg chg="addSp delSp modSp new mod modClrScheme chgLayout">
        <pc:chgData name="chaithanya Narasimha" userId="a5f8b2a1337b10d5" providerId="LiveId" clId="{95832A2C-6BB0-4AEE-A845-738B94753025}" dt="2026-02-06T07:52:05.201" v="280" actId="14100"/>
        <pc:sldMkLst>
          <pc:docMk/>
          <pc:sldMk cId="3469979009" sldId="282"/>
        </pc:sldMkLst>
        <pc:spChg chg="del mod ord">
          <ac:chgData name="chaithanya Narasimha" userId="a5f8b2a1337b10d5" providerId="LiveId" clId="{95832A2C-6BB0-4AEE-A845-738B94753025}" dt="2026-02-06T07:10:48.180" v="4" actId="700"/>
          <ac:spMkLst>
            <pc:docMk/>
            <pc:sldMk cId="3469979009" sldId="282"/>
            <ac:spMk id="2" creationId="{16C218D2-9ED4-0892-0C6C-1DE018A4A071}"/>
          </ac:spMkLst>
        </pc:spChg>
        <pc:spChg chg="del mod ord">
          <ac:chgData name="chaithanya Narasimha" userId="a5f8b2a1337b10d5" providerId="LiveId" clId="{95832A2C-6BB0-4AEE-A845-738B94753025}" dt="2026-02-06T07:10:48.180" v="4" actId="700"/>
          <ac:spMkLst>
            <pc:docMk/>
            <pc:sldMk cId="3469979009" sldId="282"/>
            <ac:spMk id="3" creationId="{0AD5BCEF-AE62-DB7A-740D-BDC63D7F2F00}"/>
          </ac:spMkLst>
        </pc:spChg>
        <pc:spChg chg="del">
          <ac:chgData name="chaithanya Narasimha" userId="a5f8b2a1337b10d5" providerId="LiveId" clId="{95832A2C-6BB0-4AEE-A845-738B94753025}" dt="2026-02-06T07:10:48.180" v="4" actId="700"/>
          <ac:spMkLst>
            <pc:docMk/>
            <pc:sldMk cId="3469979009" sldId="282"/>
            <ac:spMk id="4" creationId="{907AC48E-5334-B0D0-363F-CDDDED6AEBB0}"/>
          </ac:spMkLst>
        </pc:spChg>
        <pc:spChg chg="del mod ord">
          <ac:chgData name="chaithanya Narasimha" userId="a5f8b2a1337b10d5" providerId="LiveId" clId="{95832A2C-6BB0-4AEE-A845-738B94753025}" dt="2026-02-06T07:10:48.180" v="4" actId="700"/>
          <ac:spMkLst>
            <pc:docMk/>
            <pc:sldMk cId="3469979009" sldId="282"/>
            <ac:spMk id="5" creationId="{6DE2CD11-FA63-1223-213A-296948E3E0CB}"/>
          </ac:spMkLst>
        </pc:spChg>
        <pc:spChg chg="del mod ord">
          <ac:chgData name="chaithanya Narasimha" userId="a5f8b2a1337b10d5" providerId="LiveId" clId="{95832A2C-6BB0-4AEE-A845-738B94753025}" dt="2026-02-06T07:10:48.180" v="4" actId="700"/>
          <ac:spMkLst>
            <pc:docMk/>
            <pc:sldMk cId="3469979009" sldId="282"/>
            <ac:spMk id="7" creationId="{A02F8E03-A49C-B9B4-1E5B-C59F1E7DF68D}"/>
          </ac:spMkLst>
        </pc:spChg>
        <pc:spChg chg="add mod ord">
          <ac:chgData name="chaithanya Narasimha" userId="a5f8b2a1337b10d5" providerId="LiveId" clId="{95832A2C-6BB0-4AEE-A845-738B94753025}" dt="2026-02-06T07:10:48.180" v="4" actId="700"/>
          <ac:spMkLst>
            <pc:docMk/>
            <pc:sldMk cId="3469979009" sldId="282"/>
            <ac:spMk id="10" creationId="{F641B255-9EE0-113B-6559-CC9F1306B047}"/>
          </ac:spMkLst>
        </pc:spChg>
        <pc:spChg chg="add mod ord">
          <ac:chgData name="chaithanya Narasimha" userId="a5f8b2a1337b10d5" providerId="LiveId" clId="{95832A2C-6BB0-4AEE-A845-738B94753025}" dt="2026-02-06T07:10:48.180" v="4" actId="700"/>
          <ac:spMkLst>
            <pc:docMk/>
            <pc:sldMk cId="3469979009" sldId="282"/>
            <ac:spMk id="11" creationId="{178272D1-B220-C57E-B572-F0FE15478A68}"/>
          </ac:spMkLst>
        </pc:spChg>
        <pc:spChg chg="add mod ord">
          <ac:chgData name="chaithanya Narasimha" userId="a5f8b2a1337b10d5" providerId="LiveId" clId="{95832A2C-6BB0-4AEE-A845-738B94753025}" dt="2026-02-06T07:10:48.180" v="4" actId="700"/>
          <ac:spMkLst>
            <pc:docMk/>
            <pc:sldMk cId="3469979009" sldId="282"/>
            <ac:spMk id="12" creationId="{DEA4ED52-4D0B-2AC8-E408-931A717032A2}"/>
          </ac:spMkLst>
        </pc:spChg>
        <pc:spChg chg="del">
          <ac:chgData name="chaithanya Narasimha" userId="a5f8b2a1337b10d5" providerId="LiveId" clId="{95832A2C-6BB0-4AEE-A845-738B94753025}" dt="2026-02-06T07:25:51.462" v="53"/>
          <ac:spMkLst>
            <pc:docMk/>
            <pc:sldMk cId="3469979009" sldId="282"/>
            <ac:spMk id="13" creationId="{9B6598CD-6698-66E2-F462-0C892F0EE8F5}"/>
          </ac:spMkLst>
        </pc:spChg>
        <pc:spChg chg="del">
          <ac:chgData name="chaithanya Narasimha" userId="a5f8b2a1337b10d5" providerId="LiveId" clId="{95832A2C-6BB0-4AEE-A845-738B94753025}" dt="2026-02-06T07:15:41.088" v="5"/>
          <ac:spMkLst>
            <pc:docMk/>
            <pc:sldMk cId="3469979009" sldId="282"/>
            <ac:spMk id="14" creationId="{8233BCBB-6CCA-5F41-D17D-DC1FBE12295C}"/>
          </ac:spMkLst>
        </pc:spChg>
        <pc:spChg chg="add del mod ord">
          <ac:chgData name="chaithanya Narasimha" userId="a5f8b2a1337b10d5" providerId="LiveId" clId="{95832A2C-6BB0-4AEE-A845-738B94753025}" dt="2026-02-06T07:26:25.472" v="56" actId="478"/>
          <ac:spMkLst>
            <pc:docMk/>
            <pc:sldMk cId="3469979009" sldId="282"/>
            <ac:spMk id="15" creationId="{AB3C778F-129C-A748-996A-1AA58FE2C6B7}"/>
          </ac:spMkLst>
        </pc:spChg>
        <pc:spChg chg="add mod ord">
          <ac:chgData name="chaithanya Narasimha" userId="a5f8b2a1337b10d5" providerId="LiveId" clId="{95832A2C-6BB0-4AEE-A845-738B94753025}" dt="2026-02-06T07:10:48.180" v="4" actId="700"/>
          <ac:spMkLst>
            <pc:docMk/>
            <pc:sldMk cId="3469979009" sldId="282"/>
            <ac:spMk id="16" creationId="{CAB95427-0E0B-FFFA-CDBD-963F919E9622}"/>
          </ac:spMkLst>
        </pc:spChg>
        <pc:spChg chg="add del mod">
          <ac:chgData name="chaithanya Narasimha" userId="a5f8b2a1337b10d5" providerId="LiveId" clId="{95832A2C-6BB0-4AEE-A845-738B94753025}" dt="2026-02-06T07:16:10.266" v="10"/>
          <ac:spMkLst>
            <pc:docMk/>
            <pc:sldMk cId="3469979009" sldId="282"/>
            <ac:spMk id="20" creationId="{F928C051-C018-0286-0AB6-D07FDB76DB94}"/>
          </ac:spMkLst>
        </pc:spChg>
        <pc:spChg chg="add del mod">
          <ac:chgData name="chaithanya Narasimha" userId="a5f8b2a1337b10d5" providerId="LiveId" clId="{95832A2C-6BB0-4AEE-A845-738B94753025}" dt="2026-02-06T07:17:22.927" v="13"/>
          <ac:spMkLst>
            <pc:docMk/>
            <pc:sldMk cId="3469979009" sldId="282"/>
            <ac:spMk id="24" creationId="{6A194239-3DBD-1BD3-1060-DBB1DFAB06B5}"/>
          </ac:spMkLst>
        </pc:spChg>
        <pc:spChg chg="add del mod">
          <ac:chgData name="chaithanya Narasimha" userId="a5f8b2a1337b10d5" providerId="LiveId" clId="{95832A2C-6BB0-4AEE-A845-738B94753025}" dt="2026-02-06T07:17:46.080" v="16"/>
          <ac:spMkLst>
            <pc:docMk/>
            <pc:sldMk cId="3469979009" sldId="282"/>
            <ac:spMk id="28" creationId="{E5F62C5E-6689-6D77-3078-2375C13F24E4}"/>
          </ac:spMkLst>
        </pc:spChg>
        <pc:spChg chg="add mod">
          <ac:chgData name="chaithanya Narasimha" userId="a5f8b2a1337b10d5" providerId="LiveId" clId="{95832A2C-6BB0-4AEE-A845-738B94753025}" dt="2026-02-06T07:28:13.326" v="66" actId="207"/>
          <ac:spMkLst>
            <pc:docMk/>
            <pc:sldMk cId="3469979009" sldId="282"/>
            <ac:spMk id="35" creationId="{1CA7C1CF-13C4-39A0-8586-860BC21EF29A}"/>
          </ac:spMkLst>
        </pc:spChg>
        <pc:picChg chg="add del mod">
          <ac:chgData name="chaithanya Narasimha" userId="a5f8b2a1337b10d5" providerId="LiveId" clId="{95832A2C-6BB0-4AEE-A845-738B94753025}" dt="2026-02-06T07:16:03" v="9" actId="478"/>
          <ac:picMkLst>
            <pc:docMk/>
            <pc:sldMk cId="3469979009" sldId="282"/>
            <ac:picMk id="18" creationId="{79D97B6C-6E04-40B8-6865-35D24A2F2F04}"/>
          </ac:picMkLst>
        </pc:picChg>
        <pc:picChg chg="add del mod">
          <ac:chgData name="chaithanya Narasimha" userId="a5f8b2a1337b10d5" providerId="LiveId" clId="{95832A2C-6BB0-4AEE-A845-738B94753025}" dt="2026-02-06T07:16:23.372" v="12" actId="478"/>
          <ac:picMkLst>
            <pc:docMk/>
            <pc:sldMk cId="3469979009" sldId="282"/>
            <ac:picMk id="22" creationId="{FD78B041-DF45-AD52-A9C3-2D9C7B0A7889}"/>
          </ac:picMkLst>
        </pc:picChg>
        <pc:picChg chg="add del mod">
          <ac:chgData name="chaithanya Narasimha" userId="a5f8b2a1337b10d5" providerId="LiveId" clId="{95832A2C-6BB0-4AEE-A845-738B94753025}" dt="2026-02-06T07:17:28.465" v="15" actId="478"/>
          <ac:picMkLst>
            <pc:docMk/>
            <pc:sldMk cId="3469979009" sldId="282"/>
            <ac:picMk id="26" creationId="{92588151-F5D3-E611-A52E-095433C1B5DE}"/>
          </ac:picMkLst>
        </pc:picChg>
        <pc:picChg chg="add mod">
          <ac:chgData name="chaithanya Narasimha" userId="a5f8b2a1337b10d5" providerId="LiveId" clId="{95832A2C-6BB0-4AEE-A845-738B94753025}" dt="2026-02-06T07:51:55.929" v="277" actId="1076"/>
          <ac:picMkLst>
            <pc:docMk/>
            <pc:sldMk cId="3469979009" sldId="282"/>
            <ac:picMk id="30" creationId="{99357583-7ADD-0E1B-AF6C-2D6D47E22AA9}"/>
          </ac:picMkLst>
        </pc:picChg>
        <pc:picChg chg="add del mod">
          <ac:chgData name="chaithanya Narasimha" userId="a5f8b2a1337b10d5" providerId="LiveId" clId="{95832A2C-6BB0-4AEE-A845-738B94753025}" dt="2026-02-06T07:51:45.294" v="273" actId="14100"/>
          <ac:picMkLst>
            <pc:docMk/>
            <pc:sldMk cId="3469979009" sldId="282"/>
            <ac:picMk id="32" creationId="{F7D70689-2D84-D2C6-1151-79A4E0AB1487}"/>
          </ac:picMkLst>
        </pc:picChg>
        <pc:picChg chg="add mod">
          <ac:chgData name="chaithanya Narasimha" userId="a5f8b2a1337b10d5" providerId="LiveId" clId="{95832A2C-6BB0-4AEE-A845-738B94753025}" dt="2026-02-06T07:52:05.201" v="280" actId="14100"/>
          <ac:picMkLst>
            <pc:docMk/>
            <pc:sldMk cId="3469979009" sldId="282"/>
            <ac:picMk id="34" creationId="{FDADD671-C840-FE53-40E5-09B16C3A7C76}"/>
          </ac:picMkLst>
        </pc:picChg>
        <pc:picChg chg="add del mod">
          <ac:chgData name="chaithanya Narasimha" userId="a5f8b2a1337b10d5" providerId="LiveId" clId="{95832A2C-6BB0-4AEE-A845-738B94753025}" dt="2026-02-06T07:35:14.843" v="109" actId="14100"/>
          <ac:picMkLst>
            <pc:docMk/>
            <pc:sldMk cId="3469979009" sldId="282"/>
            <ac:picMk id="37" creationId="{0B76F97E-D5C7-BAB2-A5DE-D40933131A6F}"/>
          </ac:picMkLst>
        </pc:picChg>
      </pc:sldChg>
      <pc:sldChg chg="addSp delSp modSp add mod">
        <pc:chgData name="chaithanya Narasimha" userId="a5f8b2a1337b10d5" providerId="LiveId" clId="{95832A2C-6BB0-4AEE-A845-738B94753025}" dt="2026-02-06T07:41:22.790" v="176" actId="255"/>
        <pc:sldMkLst>
          <pc:docMk/>
          <pc:sldMk cId="4229278361" sldId="283"/>
        </pc:sldMkLst>
        <pc:spChg chg="add del mod">
          <ac:chgData name="chaithanya Narasimha" userId="a5f8b2a1337b10d5" providerId="LiveId" clId="{95832A2C-6BB0-4AEE-A845-738B94753025}" dt="2026-02-06T07:39:40.409" v="159" actId="478"/>
          <ac:spMkLst>
            <pc:docMk/>
            <pc:sldMk cId="4229278361" sldId="283"/>
            <ac:spMk id="3" creationId="{F444693F-1F68-9E9E-F21B-C40D3E535CD0}"/>
          </ac:spMkLst>
        </pc:spChg>
        <pc:spChg chg="del mod">
          <ac:chgData name="chaithanya Narasimha" userId="a5f8b2a1337b10d5" providerId="LiveId" clId="{95832A2C-6BB0-4AEE-A845-738B94753025}" dt="2026-02-06T07:39:30.777" v="152" actId="478"/>
          <ac:spMkLst>
            <pc:docMk/>
            <pc:sldMk cId="4229278361" sldId="283"/>
            <ac:spMk id="10" creationId="{96E40E03-817C-A89A-0FA9-3492D210456C}"/>
          </ac:spMkLst>
        </pc:spChg>
        <pc:spChg chg="del">
          <ac:chgData name="chaithanya Narasimha" userId="a5f8b2a1337b10d5" providerId="LiveId" clId="{95832A2C-6BB0-4AEE-A845-738B94753025}" dt="2026-02-06T07:39:49.338" v="161" actId="478"/>
          <ac:spMkLst>
            <pc:docMk/>
            <pc:sldMk cId="4229278361" sldId="283"/>
            <ac:spMk id="11" creationId="{03A17FCC-8A89-0437-5092-D65060FE05EE}"/>
          </ac:spMkLst>
        </pc:spChg>
        <pc:spChg chg="del mod">
          <ac:chgData name="chaithanya Narasimha" userId="a5f8b2a1337b10d5" providerId="LiveId" clId="{95832A2C-6BB0-4AEE-A845-738B94753025}" dt="2026-02-06T07:39:34.178" v="155" actId="478"/>
          <ac:spMkLst>
            <pc:docMk/>
            <pc:sldMk cId="4229278361" sldId="283"/>
            <ac:spMk id="12" creationId="{8E98496C-35D8-6DA1-CA42-8AC1DAB327E2}"/>
          </ac:spMkLst>
        </pc:spChg>
        <pc:spChg chg="del mod">
          <ac:chgData name="chaithanya Narasimha" userId="a5f8b2a1337b10d5" providerId="LiveId" clId="{95832A2C-6BB0-4AEE-A845-738B94753025}" dt="2026-02-06T07:39:37.407" v="157" actId="478"/>
          <ac:spMkLst>
            <pc:docMk/>
            <pc:sldMk cId="4229278361" sldId="283"/>
            <ac:spMk id="16" creationId="{4AD2D1EC-D2A7-7F98-CD84-3C3EE4DB3844}"/>
          </ac:spMkLst>
        </pc:spChg>
        <pc:spChg chg="mod">
          <ac:chgData name="chaithanya Narasimha" userId="a5f8b2a1337b10d5" providerId="LiveId" clId="{95832A2C-6BB0-4AEE-A845-738B94753025}" dt="2026-02-06T07:41:22.790" v="176" actId="255"/>
          <ac:spMkLst>
            <pc:docMk/>
            <pc:sldMk cId="4229278361" sldId="283"/>
            <ac:spMk id="35" creationId="{C2D75A85-8F7C-A8F7-43DD-2085BB15B950}"/>
          </ac:spMkLst>
        </pc:spChg>
        <pc:picChg chg="add mod modCrop">
          <ac:chgData name="chaithanya Narasimha" userId="a5f8b2a1337b10d5" providerId="LiveId" clId="{95832A2C-6BB0-4AEE-A845-738B94753025}" dt="2026-02-06T07:40:34.466" v="170" actId="14100"/>
          <ac:picMkLst>
            <pc:docMk/>
            <pc:sldMk cId="4229278361" sldId="283"/>
            <ac:picMk id="5" creationId="{5B6890E1-AC7C-2148-4732-324B5B6B40EC}"/>
          </ac:picMkLst>
        </pc:picChg>
        <pc:picChg chg="del">
          <ac:chgData name="chaithanya Narasimha" userId="a5f8b2a1337b10d5" providerId="LiveId" clId="{95832A2C-6BB0-4AEE-A845-738B94753025}" dt="2026-02-06T07:39:25.484" v="150" actId="478"/>
          <ac:picMkLst>
            <pc:docMk/>
            <pc:sldMk cId="4229278361" sldId="283"/>
            <ac:picMk id="30" creationId="{A7EFC474-303D-1D30-DA1A-1152DE9DE487}"/>
          </ac:picMkLst>
        </pc:picChg>
        <pc:picChg chg="del">
          <ac:chgData name="chaithanya Narasimha" userId="a5f8b2a1337b10d5" providerId="LiveId" clId="{95832A2C-6BB0-4AEE-A845-738B94753025}" dt="2026-02-06T07:39:22.096" v="148" actId="478"/>
          <ac:picMkLst>
            <pc:docMk/>
            <pc:sldMk cId="4229278361" sldId="283"/>
            <ac:picMk id="32" creationId="{0A860ACA-DB7A-70F6-2850-35AD07439FC9}"/>
          </ac:picMkLst>
        </pc:picChg>
        <pc:picChg chg="del">
          <ac:chgData name="chaithanya Narasimha" userId="a5f8b2a1337b10d5" providerId="LiveId" clId="{95832A2C-6BB0-4AEE-A845-738B94753025}" dt="2026-02-06T07:39:23.861" v="149" actId="478"/>
          <ac:picMkLst>
            <pc:docMk/>
            <pc:sldMk cId="4229278361" sldId="283"/>
            <ac:picMk id="34" creationId="{8D83ED72-BE66-82DC-AE1F-2EC4E860508B}"/>
          </ac:picMkLst>
        </pc:picChg>
      </pc:sldChg>
      <pc:sldChg chg="addSp delSp modSp add mod">
        <pc:chgData name="chaithanya Narasimha" userId="a5f8b2a1337b10d5" providerId="LiveId" clId="{95832A2C-6BB0-4AEE-A845-738B94753025}" dt="2026-02-06T07:57:37.386" v="324" actId="14100"/>
        <pc:sldMkLst>
          <pc:docMk/>
          <pc:sldMk cId="1578375719" sldId="284"/>
        </pc:sldMkLst>
        <pc:spChg chg="mod">
          <ac:chgData name="chaithanya Narasimha" userId="a5f8b2a1337b10d5" providerId="LiveId" clId="{95832A2C-6BB0-4AEE-A845-738B94753025}" dt="2026-02-06T07:42:21.544" v="186" actId="20577"/>
          <ac:spMkLst>
            <pc:docMk/>
            <pc:sldMk cId="1578375719" sldId="284"/>
            <ac:spMk id="35" creationId="{FE89B240-ACA7-1D09-3E3D-DFDBDC5A6259}"/>
          </ac:spMkLst>
        </pc:spChg>
        <pc:picChg chg="add del mod modCrop">
          <ac:chgData name="chaithanya Narasimha" userId="a5f8b2a1337b10d5" providerId="LiveId" clId="{95832A2C-6BB0-4AEE-A845-738B94753025}" dt="2026-02-06T07:45:01.590" v="198" actId="478"/>
          <ac:picMkLst>
            <pc:docMk/>
            <pc:sldMk cId="1578375719" sldId="284"/>
            <ac:picMk id="3" creationId="{245D0088-E888-ABF0-1596-7BA0C41A7EF5}"/>
          </ac:picMkLst>
        </pc:picChg>
        <pc:picChg chg="del">
          <ac:chgData name="chaithanya Narasimha" userId="a5f8b2a1337b10d5" providerId="LiveId" clId="{95832A2C-6BB0-4AEE-A845-738B94753025}" dt="2026-02-06T07:41:36.006" v="178" actId="478"/>
          <ac:picMkLst>
            <pc:docMk/>
            <pc:sldMk cId="1578375719" sldId="284"/>
            <ac:picMk id="5" creationId="{8866FD83-0637-9E36-4D3D-1BD92A4D7C1C}"/>
          </ac:picMkLst>
        </pc:picChg>
        <pc:picChg chg="add del mod modCrop">
          <ac:chgData name="chaithanya Narasimha" userId="a5f8b2a1337b10d5" providerId="LiveId" clId="{95832A2C-6BB0-4AEE-A845-738B94753025}" dt="2026-02-06T07:53:06.195" v="284" actId="21"/>
          <ac:picMkLst>
            <pc:docMk/>
            <pc:sldMk cId="1578375719" sldId="284"/>
            <ac:picMk id="6" creationId="{9679457A-97E3-7CB8-61C3-AC20A0781259}"/>
          </ac:picMkLst>
        </pc:picChg>
        <pc:picChg chg="add del mod modCrop">
          <ac:chgData name="chaithanya Narasimha" userId="a5f8b2a1337b10d5" providerId="LiveId" clId="{95832A2C-6BB0-4AEE-A845-738B94753025}" dt="2026-02-06T07:46:09.821" v="212" actId="478"/>
          <ac:picMkLst>
            <pc:docMk/>
            <pc:sldMk cId="1578375719" sldId="284"/>
            <ac:picMk id="8" creationId="{C5DB78BF-E767-9689-9988-C0E284B39714}"/>
          </ac:picMkLst>
        </pc:picChg>
        <pc:picChg chg="add mod modCrop">
          <ac:chgData name="chaithanya Narasimha" userId="a5f8b2a1337b10d5" providerId="LiveId" clId="{95832A2C-6BB0-4AEE-A845-738B94753025}" dt="2026-02-06T07:57:37.386" v="324" actId="14100"/>
          <ac:picMkLst>
            <pc:docMk/>
            <pc:sldMk cId="1578375719" sldId="284"/>
            <ac:picMk id="10" creationId="{69E6EBB2-F43E-18D5-A773-C8B4EF650B78}"/>
          </ac:picMkLst>
        </pc:picChg>
      </pc:sldChg>
      <pc:sldChg chg="addSp delSp modSp add mod">
        <pc:chgData name="chaithanya Narasimha" userId="a5f8b2a1337b10d5" providerId="LiveId" clId="{95832A2C-6BB0-4AEE-A845-738B94753025}" dt="2026-02-06T07:56:53.943" v="321" actId="14100"/>
        <pc:sldMkLst>
          <pc:docMk/>
          <pc:sldMk cId="989597190" sldId="285"/>
        </pc:sldMkLst>
        <pc:spChg chg="mod">
          <ac:chgData name="chaithanya Narasimha" userId="a5f8b2a1337b10d5" providerId="LiveId" clId="{95832A2C-6BB0-4AEE-A845-738B94753025}" dt="2026-02-06T07:49:57.730" v="261" actId="20577"/>
          <ac:spMkLst>
            <pc:docMk/>
            <pc:sldMk cId="989597190" sldId="285"/>
            <ac:spMk id="35" creationId="{7C2D951A-A835-8A61-626E-C941068C1C07}"/>
          </ac:spMkLst>
        </pc:spChg>
        <pc:picChg chg="add mod modCrop">
          <ac:chgData name="chaithanya Narasimha" userId="a5f8b2a1337b10d5" providerId="LiveId" clId="{95832A2C-6BB0-4AEE-A845-738B94753025}" dt="2026-02-06T07:56:53.943" v="321" actId="14100"/>
          <ac:picMkLst>
            <pc:docMk/>
            <pc:sldMk cId="989597190" sldId="285"/>
            <ac:picMk id="3" creationId="{A7C1E977-BC6A-7D97-B99E-06618A18C3C0}"/>
          </ac:picMkLst>
        </pc:picChg>
        <pc:picChg chg="del">
          <ac:chgData name="chaithanya Narasimha" userId="a5f8b2a1337b10d5" providerId="LiveId" clId="{95832A2C-6BB0-4AEE-A845-738B94753025}" dt="2026-02-06T07:49:13.103" v="239" actId="478"/>
          <ac:picMkLst>
            <pc:docMk/>
            <pc:sldMk cId="989597190" sldId="285"/>
            <ac:picMk id="6" creationId="{FA497432-A4C9-20E0-3F99-9016B750B887}"/>
          </ac:picMkLst>
        </pc:picChg>
        <pc:picChg chg="del">
          <ac:chgData name="chaithanya Narasimha" userId="a5f8b2a1337b10d5" providerId="LiveId" clId="{95832A2C-6BB0-4AEE-A845-738B94753025}" dt="2026-02-06T07:49:14.723" v="240" actId="478"/>
          <ac:picMkLst>
            <pc:docMk/>
            <pc:sldMk cId="989597190" sldId="285"/>
            <ac:picMk id="10" creationId="{4586666F-6CE7-383B-BC99-EA9157F1530C}"/>
          </ac:picMkLst>
        </pc:picChg>
      </pc:sldChg>
      <pc:sldChg chg="addSp delSp modSp new mod">
        <pc:chgData name="chaithanya Narasimha" userId="a5f8b2a1337b10d5" providerId="LiveId" clId="{95832A2C-6BB0-4AEE-A845-738B94753025}" dt="2026-02-06T07:56:08.716" v="320" actId="14100"/>
        <pc:sldMkLst>
          <pc:docMk/>
          <pc:sldMk cId="774917488" sldId="286"/>
        </pc:sldMkLst>
        <pc:spChg chg="del">
          <ac:chgData name="chaithanya Narasimha" userId="a5f8b2a1337b10d5" providerId="LiveId" clId="{95832A2C-6BB0-4AEE-A845-738B94753025}" dt="2026-02-06T07:53:48.984" v="290"/>
          <ac:spMkLst>
            <pc:docMk/>
            <pc:sldMk cId="774917488" sldId="286"/>
            <ac:spMk id="4" creationId="{BB4EAF95-2E29-6681-8CD5-153922B88A76}"/>
          </ac:spMkLst>
        </pc:spChg>
        <pc:spChg chg="add del mod">
          <ac:chgData name="chaithanya Narasimha" userId="a5f8b2a1337b10d5" providerId="LiveId" clId="{95832A2C-6BB0-4AEE-A845-738B94753025}" dt="2026-02-06T07:53:54.384" v="292" actId="478"/>
          <ac:spMkLst>
            <pc:docMk/>
            <pc:sldMk cId="774917488" sldId="286"/>
            <ac:spMk id="12" creationId="{7E0D5411-A7FE-E7E1-EB6B-63E9F64A2055}"/>
          </ac:spMkLst>
        </pc:spChg>
        <pc:picChg chg="add del mod">
          <ac:chgData name="chaithanya Narasimha" userId="a5f8b2a1337b10d5" providerId="LiveId" clId="{95832A2C-6BB0-4AEE-A845-738B94753025}" dt="2026-02-06T07:53:52.237" v="291" actId="478"/>
          <ac:picMkLst>
            <pc:docMk/>
            <pc:sldMk cId="774917488" sldId="286"/>
            <ac:picMk id="10" creationId="{1D263E4E-AD1F-518A-950F-E287CF8CCF05}"/>
          </ac:picMkLst>
        </pc:picChg>
        <pc:picChg chg="add mod modCrop">
          <ac:chgData name="chaithanya Narasimha" userId="a5f8b2a1337b10d5" providerId="LiveId" clId="{95832A2C-6BB0-4AEE-A845-738B94753025}" dt="2026-02-06T07:56:08.716" v="320" actId="14100"/>
          <ac:picMkLst>
            <pc:docMk/>
            <pc:sldMk cId="774917488" sldId="286"/>
            <ac:picMk id="14" creationId="{1CB13FCA-21FA-F463-7FF0-66447A2EBD30}"/>
          </ac:picMkLst>
        </pc:picChg>
        <pc:picChg chg="add mod modCrop">
          <ac:chgData name="chaithanya Narasimha" userId="a5f8b2a1337b10d5" providerId="LiveId" clId="{95832A2C-6BB0-4AEE-A845-738B94753025}" dt="2026-02-06T07:56:04.613" v="319" actId="1076"/>
          <ac:picMkLst>
            <pc:docMk/>
            <pc:sldMk cId="774917488" sldId="286"/>
            <ac:picMk id="16" creationId="{DC08C15C-5F0B-2614-50F1-811C5356C6A5}"/>
          </ac:picMkLst>
        </pc:picChg>
      </pc:sldChg>
      <pc:sldChg chg="new del">
        <pc:chgData name="chaithanya Narasimha" userId="a5f8b2a1337b10d5" providerId="LiveId" clId="{95832A2C-6BB0-4AEE-A845-738B94753025}" dt="2026-02-06T07:52:41.269" v="282" actId="680"/>
        <pc:sldMkLst>
          <pc:docMk/>
          <pc:sldMk cId="2296993550" sldId="286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7B51015-12CA-4649-B47F-D3EB5E10959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111F2F-D8BA-4A13-91FC-3878C75727F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668B7C-E4CD-4872-B084-44133F808FCE}" type="datetimeFigureOut">
              <a:rPr lang="en-US" smtClean="0"/>
              <a:t>2/6/2026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8FD67D-A60A-4914-89F3-9FC43EF5470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1642D8-EDCF-4A15-A29F-1B065ECC2E7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7E8E42-E7C5-4B24-8575-74A765CA0A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53306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33D5BD-E30B-48AB-B24F-3878C333D518}" type="datetimeFigureOut">
              <a:rPr lang="en-US" smtClean="0"/>
              <a:t>2/5/2026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31925" y="1143000"/>
            <a:ext cx="39941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81A707-0A4C-444E-BBAC-8F56E4534DF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02955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81A707-0A4C-444E-BBAC-8F56E4534DF7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8788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81A707-0A4C-444E-BBAC-8F56E4534DF7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1967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8A83F6-1879-CF01-7ACB-56EA1AFD9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8C09E9-CCDF-A776-E607-7AE16AD1F8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BDB001-2853-E7F5-0A89-0651BF19D0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24257F-BF67-DA9E-2596-68FB02E78B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81A707-0A4C-444E-BBAC-8F56E4534DF7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85223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tside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48A0F1A-22FB-45FF-80D6-4FE63A63EE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319272"/>
            <a:ext cx="10058400" cy="445312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lnSpc>
                <a:spcPct val="150000"/>
              </a:lnSpc>
            </a:pP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0BD0440-9D47-4C93-95F9-EFC0FCF1C62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25038" y="3575303"/>
            <a:ext cx="2889504" cy="2883863"/>
          </a:xfrm>
        </p:spPr>
        <p:txBody>
          <a:bodyPr vert="horz" anchor="b">
            <a:noAutofit/>
          </a:bodyPr>
          <a:lstStyle>
            <a:lvl1pPr algn="ctr">
              <a:lnSpc>
                <a:spcPct val="100000"/>
              </a:lnSpc>
              <a:defRPr sz="4000" b="0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D62D81F5-56E3-4D39-96F6-6C09DF4C283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25038" y="6530864"/>
            <a:ext cx="2889504" cy="453005"/>
          </a:xfrm>
        </p:spPr>
        <p:txBody>
          <a:bodyPr vert="horz">
            <a:normAutofit/>
          </a:bodyPr>
          <a:lstStyle>
            <a:lvl1pPr marL="0" indent="0" algn="ctr">
              <a:lnSpc>
                <a:spcPct val="100000"/>
              </a:lnSpc>
              <a:buNone/>
              <a:defRPr sz="1200" cap="all" spc="300" baseline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  <a:lvl2pPr marL="377190" indent="0" algn="ctr">
              <a:buNone/>
              <a:defRPr sz="1650"/>
            </a:lvl2pPr>
            <a:lvl3pPr marL="754380" indent="0" algn="ctr">
              <a:buNone/>
              <a:defRPr sz="1485"/>
            </a:lvl3pPr>
            <a:lvl4pPr marL="1131570" indent="0" algn="ctr">
              <a:buNone/>
              <a:defRPr sz="1320"/>
            </a:lvl4pPr>
            <a:lvl5pPr marL="1508760" indent="0" algn="ctr">
              <a:buNone/>
              <a:defRPr sz="1320"/>
            </a:lvl5pPr>
            <a:lvl6pPr marL="1885950" indent="0" algn="ctr">
              <a:buNone/>
              <a:defRPr sz="1320"/>
            </a:lvl6pPr>
            <a:lvl7pPr marL="2263140" indent="0" algn="ctr">
              <a:buNone/>
              <a:defRPr sz="1320"/>
            </a:lvl7pPr>
            <a:lvl8pPr marL="2640330" indent="0" algn="ctr">
              <a:buNone/>
              <a:defRPr sz="1320"/>
            </a:lvl8pPr>
            <a:lvl9pPr marL="3017520" indent="0" algn="ctr">
              <a:buNone/>
              <a:defRPr sz="1320"/>
            </a:lvl9pPr>
          </a:lstStyle>
          <a:p>
            <a:pPr lvl="0"/>
            <a:r>
              <a:rPr lang="en-US" noProof="0" dirty="0"/>
              <a:t>Click to add text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D023C27-C474-480F-BC7F-9C1AAFCAD96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0058400" cy="3319272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Text Placeholder 16">
            <a:extLst>
              <a:ext uri="{FF2B5EF4-FFF2-40B4-BE49-F238E27FC236}">
                <a16:creationId xmlns:a16="http://schemas.microsoft.com/office/drawing/2014/main" id="{51B54BE4-E4FF-CB9D-4AA3-438520D04D6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24791" y="3575303"/>
            <a:ext cx="2898647" cy="444960"/>
          </a:xfrm>
        </p:spPr>
        <p:txBody>
          <a:bodyPr lIns="91440" anchor="ctr">
            <a:noAutofit/>
          </a:bodyPr>
          <a:lstStyle>
            <a:lvl1pPr marL="0" indent="0">
              <a:spcBef>
                <a:spcPts val="0"/>
              </a:spcBef>
              <a:buNone/>
              <a:defRPr sz="24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Click to add text</a:t>
            </a:r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E86030C3-0988-4616-B1A6-DC729760D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28600" y="4087368"/>
            <a:ext cx="2893612" cy="339111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1200"/>
              </a:spcBef>
              <a:buNone/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lnSpc>
                <a:spcPct val="150000"/>
              </a:lnSpc>
              <a:spcBef>
                <a:spcPts val="1200"/>
              </a:spcBef>
              <a:buNone/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 marL="914400" indent="0">
              <a:lnSpc>
                <a:spcPct val="150000"/>
              </a:lnSpc>
              <a:spcBef>
                <a:spcPts val="1200"/>
              </a:spcBef>
              <a:buNone/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 marL="1371600" indent="0">
              <a:lnSpc>
                <a:spcPct val="150000"/>
              </a:lnSpc>
              <a:spcBef>
                <a:spcPts val="1200"/>
              </a:spcBef>
              <a:buNone/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4pPr>
            <a:lvl5pPr marL="1828800" indent="0">
              <a:lnSpc>
                <a:spcPct val="150000"/>
              </a:lnSpc>
              <a:spcBef>
                <a:spcPts val="1200"/>
              </a:spcBef>
              <a:buNone/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013E0E94-05A3-AF4B-2D4B-AD8A4E2F8F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72003" y="3554097"/>
            <a:ext cx="2898647" cy="444960"/>
          </a:xfrm>
        </p:spPr>
        <p:txBody>
          <a:bodyPr lIns="91440" anchor="ctr">
            <a:noAutofit/>
          </a:bodyPr>
          <a:lstStyle>
            <a:lvl1pPr marL="0" indent="0">
              <a:spcBef>
                <a:spcPts val="0"/>
              </a:spcBef>
              <a:buNone/>
              <a:defRPr sz="24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Click to add text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2569348C-F945-4CEC-9698-686F8ABC8B2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77038" y="4087368"/>
            <a:ext cx="2893612" cy="1741653"/>
          </a:xfr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 marL="914400" indent="0">
              <a:buNone/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 marL="1371600" indent="0">
              <a:buNone/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4pPr>
            <a:lvl5pPr marL="1828800" indent="0">
              <a:buNone/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914019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ide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F7DA993-9462-4064-B89B-BCEF27D4DA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704476" y="3331758"/>
            <a:ext cx="3360592" cy="444064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lnSpc>
                <a:spcPct val="150000"/>
              </a:lnSpc>
            </a:pP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8931403-AA2F-415D-BC4C-E1168B62C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7710" y="3329078"/>
            <a:ext cx="3360592" cy="444332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lnSpc>
                <a:spcPct val="150000"/>
              </a:lnSpc>
            </a:pP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59F801B-9725-432B-9CE8-6F353446EC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600" y="3886200"/>
            <a:ext cx="2804477" cy="475315"/>
          </a:xfrm>
        </p:spPr>
        <p:txBody>
          <a:bodyPr vert="horz" lIns="0" tIns="45720" rIns="91440" bIns="45720" rtlCol="0" anchor="t">
            <a:noAutofit/>
          </a:bodyPr>
          <a:lstStyle>
            <a:lvl1pPr>
              <a:defRPr lang="en-US" sz="2400" b="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Click to add text</a:t>
            </a:r>
          </a:p>
        </p:txBody>
      </p:sp>
      <p:sp>
        <p:nvSpPr>
          <p:cNvPr id="16" name="Picture Placeholder 11">
            <a:extLst>
              <a:ext uri="{FF2B5EF4-FFF2-40B4-BE49-F238E27FC236}">
                <a16:creationId xmlns:a16="http://schemas.microsoft.com/office/drawing/2014/main" id="{86E48971-37C3-4BED-A53F-BBE4AE0A58D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1340"/>
            <a:ext cx="3342882" cy="3329078"/>
          </a:xfrm>
        </p:spPr>
        <p:txBody>
          <a:bodyPr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6" name="Text Placeholder 18">
            <a:extLst>
              <a:ext uri="{FF2B5EF4-FFF2-40B4-BE49-F238E27FC236}">
                <a16:creationId xmlns:a16="http://schemas.microsoft.com/office/drawing/2014/main" id="{7DB83E81-869F-4BAD-AEC6-B87F2B879A3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28600" y="4410389"/>
            <a:ext cx="2804477" cy="3114839"/>
          </a:xfrm>
        </p:spPr>
        <p:txBody>
          <a:bodyPr lIns="0">
            <a:normAutofit/>
          </a:bodyPr>
          <a:lstStyle>
            <a:lvl1pPr marL="0" indent="0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lnSpc>
                <a:spcPct val="150000"/>
              </a:lnSpc>
              <a:spcBef>
                <a:spcPts val="1200"/>
              </a:spcBef>
              <a:buNone/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 marL="914400" indent="0">
              <a:lnSpc>
                <a:spcPct val="150000"/>
              </a:lnSpc>
              <a:spcBef>
                <a:spcPts val="1200"/>
              </a:spcBef>
              <a:buNone/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 marL="1371600" indent="0">
              <a:lnSpc>
                <a:spcPct val="150000"/>
              </a:lnSpc>
              <a:spcBef>
                <a:spcPts val="1200"/>
              </a:spcBef>
              <a:buNone/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4pPr>
            <a:lvl5pPr marL="1828800" indent="0">
              <a:lnSpc>
                <a:spcPct val="150000"/>
              </a:lnSpc>
              <a:spcBef>
                <a:spcPts val="1200"/>
              </a:spcBef>
              <a:buNone/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Text Placeholder 16">
            <a:extLst>
              <a:ext uri="{FF2B5EF4-FFF2-40B4-BE49-F238E27FC236}">
                <a16:creationId xmlns:a16="http://schemas.microsoft.com/office/drawing/2014/main" id="{998F7F43-9F0A-4A12-909E-A0A45D51298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97760" y="0"/>
            <a:ext cx="2895600" cy="653143"/>
          </a:xfrm>
        </p:spPr>
        <p:txBody>
          <a:bodyPr lIns="0" anchor="b">
            <a:no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F5331389-512C-445A-AAE9-512161E810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597442" y="653143"/>
            <a:ext cx="2895600" cy="3473689"/>
          </a:xfrm>
        </p:spPr>
        <p:txBody>
          <a:bodyPr lIns="0">
            <a:normAutofit/>
          </a:bodyPr>
          <a:lstStyle>
            <a:lvl1pPr marL="0" indent="0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lnSpc>
                <a:spcPct val="150000"/>
              </a:lnSpc>
              <a:spcBef>
                <a:spcPts val="1200"/>
              </a:spcBef>
              <a:buNone/>
              <a:defRPr sz="12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2pPr>
            <a:lvl3pPr marL="914400" indent="0">
              <a:lnSpc>
                <a:spcPct val="150000"/>
              </a:lnSpc>
              <a:spcBef>
                <a:spcPts val="1200"/>
              </a:spcBef>
              <a:buNone/>
              <a:defRPr sz="12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3pPr>
            <a:lvl4pPr marL="1371600" indent="0">
              <a:lnSpc>
                <a:spcPct val="150000"/>
              </a:lnSpc>
              <a:spcBef>
                <a:spcPts val="1200"/>
              </a:spcBef>
              <a:buNone/>
              <a:defRPr sz="12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4pPr>
            <a:lvl5pPr marL="1828800" indent="0">
              <a:lnSpc>
                <a:spcPct val="150000"/>
              </a:lnSpc>
              <a:spcBef>
                <a:spcPts val="1200"/>
              </a:spcBef>
              <a:buNone/>
              <a:defRPr sz="12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86D9E3AF-002F-496A-AE6E-5675F645927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5975" y="4471779"/>
            <a:ext cx="3348000" cy="3300621"/>
          </a:xfrm>
        </p:spPr>
        <p:txBody>
          <a:bodyPr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8" name="Picture Placeholder 14">
            <a:extLst>
              <a:ext uri="{FF2B5EF4-FFF2-40B4-BE49-F238E27FC236}">
                <a16:creationId xmlns:a16="http://schemas.microsoft.com/office/drawing/2014/main" id="{E35617C7-C13A-4F76-8C0C-AF5E38C6227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703975" y="0"/>
            <a:ext cx="3354425" cy="3329078"/>
          </a:xfrm>
        </p:spPr>
        <p:txBody>
          <a:bodyPr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77F65966-649A-4014-AAD1-3121592E2E3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52615" y="4350709"/>
            <a:ext cx="2887103" cy="3114839"/>
          </a:xfr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4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  <a:lvl2pPr marL="45720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2pPr>
            <a:lvl3pPr marL="91440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3pPr>
            <a:lvl4pPr marL="137160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4pPr>
            <a:lvl5pPr marL="182880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91984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tside 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48A0F1A-22FB-45FF-80D6-4FE63A63EE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0" y="0"/>
            <a:ext cx="3355200" cy="77724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lnSpc>
                <a:spcPct val="150000"/>
              </a:lnSpc>
            </a:pP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01E5D2-6D16-41B9-8D95-C3831084A57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25038" y="4713694"/>
            <a:ext cx="2889504" cy="1770169"/>
          </a:xfrm>
        </p:spPr>
        <p:txBody>
          <a:bodyPr vert="horz" anchor="b">
            <a:noAutofit/>
          </a:bodyPr>
          <a:lstStyle>
            <a:lvl1pPr algn="ctr">
              <a:lnSpc>
                <a:spcPct val="100000"/>
              </a:lnSpc>
              <a:defRPr sz="4000" b="0" cap="all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Click to add title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C1E1772A-8C1A-43F8-A297-A2A1C4961A7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25038" y="6530864"/>
            <a:ext cx="2889504" cy="453005"/>
          </a:xfrm>
        </p:spPr>
        <p:txBody>
          <a:bodyPr vert="horz">
            <a:normAutofit/>
          </a:bodyPr>
          <a:lstStyle>
            <a:lvl1pPr marL="0" indent="0" algn="ctr">
              <a:lnSpc>
                <a:spcPct val="100000"/>
              </a:lnSpc>
              <a:buNone/>
              <a:defRPr sz="1200" cap="all" spc="300" baseline="0">
                <a:solidFill>
                  <a:schemeClr val="tx2"/>
                </a:solidFill>
                <a:latin typeface="+mj-lt"/>
                <a:cs typeface="Arial" panose="020B0604020202020204" pitchFamily="34" charset="0"/>
              </a:defRPr>
            </a:lvl1pPr>
            <a:lvl2pPr marL="377190" indent="0" algn="ctr">
              <a:buNone/>
              <a:defRPr sz="1650"/>
            </a:lvl2pPr>
            <a:lvl3pPr marL="754380" indent="0" algn="ctr">
              <a:buNone/>
              <a:defRPr sz="1485"/>
            </a:lvl3pPr>
            <a:lvl4pPr marL="1131570" indent="0" algn="ctr">
              <a:buNone/>
              <a:defRPr sz="1320"/>
            </a:lvl4pPr>
            <a:lvl5pPr marL="1508760" indent="0" algn="ctr">
              <a:buNone/>
              <a:defRPr sz="1320"/>
            </a:lvl5pPr>
            <a:lvl6pPr marL="1885950" indent="0" algn="ctr">
              <a:buNone/>
              <a:defRPr sz="1320"/>
            </a:lvl6pPr>
            <a:lvl7pPr marL="2263140" indent="0" algn="ctr">
              <a:buNone/>
              <a:defRPr sz="1320"/>
            </a:lvl7pPr>
            <a:lvl8pPr marL="2640330" indent="0" algn="ctr">
              <a:buNone/>
              <a:defRPr sz="1320"/>
            </a:lvl8pPr>
            <a:lvl9pPr marL="3017520" indent="0" algn="ctr">
              <a:buNone/>
              <a:defRPr sz="1320"/>
            </a:lvl9pPr>
          </a:lstStyle>
          <a:p>
            <a:pPr lvl="0"/>
            <a:r>
              <a:rPr lang="en-US" noProof="0" dirty="0"/>
              <a:t>Click to add text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7492751-E9EF-463C-8C1E-1AA3A9B1D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355200" y="3886200"/>
            <a:ext cx="3348000" cy="3886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3655C91-4C63-7435-25A3-BB5C8713D98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8600" y="282102"/>
            <a:ext cx="2894013" cy="1663429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E86030C3-0988-4616-B1A6-DC729760D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28600" y="2044385"/>
            <a:ext cx="2893612" cy="4807095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1200"/>
              </a:spcBef>
              <a:buNone/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lnSpc>
                <a:spcPct val="150000"/>
              </a:lnSpc>
              <a:spcBef>
                <a:spcPts val="1200"/>
              </a:spcBef>
              <a:buNone/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 marL="914400" indent="0">
              <a:lnSpc>
                <a:spcPct val="150000"/>
              </a:lnSpc>
              <a:spcBef>
                <a:spcPts val="1200"/>
              </a:spcBef>
              <a:buNone/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 marL="1371600" indent="0">
              <a:lnSpc>
                <a:spcPct val="150000"/>
              </a:lnSpc>
              <a:spcBef>
                <a:spcPts val="1200"/>
              </a:spcBef>
              <a:buNone/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4pPr>
            <a:lvl5pPr marL="1828800" indent="0">
              <a:lnSpc>
                <a:spcPct val="150000"/>
              </a:lnSpc>
              <a:spcBef>
                <a:spcPts val="1200"/>
              </a:spcBef>
              <a:buNone/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D023C27-C474-480F-BC7F-9C1AAFCAD96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352801" y="0"/>
            <a:ext cx="6705600" cy="44196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27622711-E5B3-A1BF-1F1D-7E5BD1EE631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576213" y="4521461"/>
            <a:ext cx="2898647" cy="670463"/>
          </a:xfrm>
        </p:spPr>
        <p:txBody>
          <a:bodyPr lIns="91440" anchor="ctr">
            <a:noAutofit/>
          </a:bodyPr>
          <a:lstStyle>
            <a:lvl1pPr marL="0" indent="0">
              <a:spcBef>
                <a:spcPts val="0"/>
              </a:spcBef>
              <a:buNone/>
              <a:defRPr sz="2400" b="0" cap="none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Click to add text</a:t>
            </a:r>
          </a:p>
        </p:txBody>
      </p:sp>
      <p:sp>
        <p:nvSpPr>
          <p:cNvPr id="21" name="Text Placeholder 16">
            <a:extLst>
              <a:ext uri="{FF2B5EF4-FFF2-40B4-BE49-F238E27FC236}">
                <a16:creationId xmlns:a16="http://schemas.microsoft.com/office/drawing/2014/main" id="{67651986-01F3-4697-A0D4-31F6A109831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77038" y="5216093"/>
            <a:ext cx="2893612" cy="1741653"/>
          </a:xfr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11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2pPr>
            <a:lvl3pPr marL="914400" indent="0">
              <a:buNone/>
              <a:defRPr sz="11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3pPr>
            <a:lvl4pPr marL="1371600" indent="0">
              <a:buNone/>
              <a:defRPr sz="11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4pPr>
            <a:lvl5pPr marL="1828800" indent="0">
              <a:buNone/>
              <a:defRPr sz="11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774006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ide 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A4B57A7-3A86-45DA-B5CA-AC7A481E3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3355974" cy="444332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4F3BCA9-2C74-4567-9FB2-2CE1AC28A6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702425" y="0"/>
            <a:ext cx="3355975" cy="444332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17" name="Title 3">
            <a:extLst>
              <a:ext uri="{FF2B5EF4-FFF2-40B4-BE49-F238E27FC236}">
                <a16:creationId xmlns:a16="http://schemas.microsoft.com/office/drawing/2014/main" id="{7D4C849E-DCC1-4757-BBBF-C69B4CD0BD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601" y="89036"/>
            <a:ext cx="2862734" cy="759499"/>
          </a:xfrm>
        </p:spPr>
        <p:txBody>
          <a:bodyPr vert="horz" lIns="0" tIns="45720" rIns="91440" bIns="45720" rtlCol="0" anchor="ctr">
            <a:noAutofit/>
          </a:bodyPr>
          <a:lstStyle>
            <a:lvl1pPr>
              <a:defRPr lang="en-US" sz="2400" b="0" cap="none" baseline="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Click to add title</a:t>
            </a:r>
          </a:p>
        </p:txBody>
      </p:sp>
      <p:sp>
        <p:nvSpPr>
          <p:cNvPr id="26" name="Text Placeholder 18">
            <a:extLst>
              <a:ext uri="{FF2B5EF4-FFF2-40B4-BE49-F238E27FC236}">
                <a16:creationId xmlns:a16="http://schemas.microsoft.com/office/drawing/2014/main" id="{7DB83E81-869F-4BAD-AEC6-B87F2B879A3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28600" y="848535"/>
            <a:ext cx="2864802" cy="3505751"/>
          </a:xfrm>
        </p:spPr>
        <p:txBody>
          <a:bodyPr lIns="91440">
            <a:norm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lnSpc>
                <a:spcPct val="150000"/>
              </a:lnSpc>
              <a:buNone/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 marL="914400" indent="0">
              <a:lnSpc>
                <a:spcPct val="150000"/>
              </a:lnSpc>
              <a:buNone/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 marL="1371600" indent="0">
              <a:lnSpc>
                <a:spcPct val="150000"/>
              </a:lnSpc>
              <a:buNone/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4pPr>
            <a:lvl5pPr marL="1828800" indent="0">
              <a:lnSpc>
                <a:spcPct val="150000"/>
              </a:lnSpc>
              <a:buNone/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Picture Placeholder 11">
            <a:extLst>
              <a:ext uri="{FF2B5EF4-FFF2-40B4-BE49-F238E27FC236}">
                <a16:creationId xmlns:a16="http://schemas.microsoft.com/office/drawing/2014/main" id="{86E48971-37C3-4BED-A53F-BBE4AE0A58D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4443322"/>
            <a:ext cx="3348000" cy="3329078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86D9E3AF-002F-496A-AE6E-5675F645927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5975" y="-1"/>
            <a:ext cx="3348000" cy="3300621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0" name="Text Placeholder 18">
            <a:extLst>
              <a:ext uri="{FF2B5EF4-FFF2-40B4-BE49-F238E27FC236}">
                <a16:creationId xmlns:a16="http://schemas.microsoft.com/office/drawing/2014/main" id="{6A9BD8AF-34CA-4F04-9A17-B45F6EB3AA9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581400" y="3554730"/>
            <a:ext cx="2895599" cy="3989070"/>
          </a:xfrm>
        </p:spPr>
        <p:txBody>
          <a:bodyPr lIns="0" anchor="ctr">
            <a:normAutofit/>
          </a:bodyPr>
          <a:lstStyle>
            <a:lvl1pPr marL="0" indent="0">
              <a:lnSpc>
                <a:spcPct val="150000"/>
              </a:lnSpc>
              <a:buNone/>
              <a:defRPr sz="2000">
                <a:solidFill>
                  <a:schemeClr val="tx1"/>
                </a:solidFill>
                <a:latin typeface="+mj-lt"/>
                <a:cs typeface="Arial" panose="020B0604020202020204" pitchFamily="34" charset="0"/>
              </a:defRPr>
            </a:lvl1pPr>
            <a:lvl2pPr marL="457200" indent="0">
              <a:lnSpc>
                <a:spcPct val="150000"/>
              </a:lnSpc>
              <a:buNone/>
              <a:defRPr sz="2000">
                <a:solidFill>
                  <a:schemeClr val="tx1"/>
                </a:solidFill>
                <a:latin typeface="+mj-lt"/>
                <a:cs typeface="Arial" panose="020B0604020202020204" pitchFamily="34" charset="0"/>
              </a:defRPr>
            </a:lvl2pPr>
            <a:lvl3pPr marL="914400" indent="0">
              <a:lnSpc>
                <a:spcPct val="150000"/>
              </a:lnSpc>
              <a:buNone/>
              <a:defRPr sz="2000">
                <a:solidFill>
                  <a:schemeClr val="tx1"/>
                </a:solidFill>
                <a:latin typeface="+mj-lt"/>
                <a:cs typeface="Arial" panose="020B0604020202020204" pitchFamily="34" charset="0"/>
              </a:defRPr>
            </a:lvl3pPr>
            <a:lvl4pPr marL="1371600" indent="0">
              <a:lnSpc>
                <a:spcPct val="150000"/>
              </a:lnSpc>
              <a:buNone/>
              <a:defRPr sz="2000">
                <a:solidFill>
                  <a:schemeClr val="tx1"/>
                </a:solidFill>
                <a:latin typeface="+mj-lt"/>
                <a:cs typeface="Arial" panose="020B0604020202020204" pitchFamily="34" charset="0"/>
              </a:defRPr>
            </a:lvl4pPr>
            <a:lvl5pPr marL="1828800" indent="0">
              <a:lnSpc>
                <a:spcPct val="150000"/>
              </a:lnSpc>
              <a:buNone/>
              <a:defRPr sz="2000">
                <a:solidFill>
                  <a:schemeClr val="tx1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2390D74A-03BA-4C31-B59B-57CCDAF885D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29400" y="89036"/>
            <a:ext cx="2898647" cy="670463"/>
          </a:xfrm>
        </p:spPr>
        <p:txBody>
          <a:bodyPr lIns="91440" anchor="ctr">
            <a:noAutofit/>
          </a:bodyPr>
          <a:lstStyle>
            <a:lvl1pPr marL="0" indent="0">
              <a:spcBef>
                <a:spcPts val="0"/>
              </a:spcBef>
              <a:buNone/>
              <a:defRPr sz="24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Click to add text </a:t>
            </a:r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50BE2EB5-0041-4D2D-A6AE-4DE92FEED83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931151" y="848535"/>
            <a:ext cx="2898647" cy="3505751"/>
          </a:xfrm>
        </p:spPr>
        <p:txBody>
          <a:bodyPr lIns="91440">
            <a:normAutofit/>
          </a:bodyPr>
          <a:lstStyle>
            <a:lvl1pPr>
              <a:lnSpc>
                <a:spcPct val="150000"/>
              </a:lnSpc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50000"/>
              </a:lnSpc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>
              <a:lnSpc>
                <a:spcPct val="150000"/>
              </a:lnSpc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>
              <a:lnSpc>
                <a:spcPct val="150000"/>
              </a:lnSpc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4pPr>
            <a:lvl5pPr>
              <a:lnSpc>
                <a:spcPct val="150000"/>
              </a:lnSpc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Picture Placeholder 14">
            <a:extLst>
              <a:ext uri="{FF2B5EF4-FFF2-40B4-BE49-F238E27FC236}">
                <a16:creationId xmlns:a16="http://schemas.microsoft.com/office/drawing/2014/main" id="{E35617C7-C13A-4F76-8C0C-AF5E38C6227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710400" y="4443322"/>
            <a:ext cx="3348000" cy="3329078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712004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8615E1-5D6D-48CF-AD07-8B84FA4FC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28600"/>
            <a:ext cx="9601199" cy="1501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57D790-2770-4A00-BC9B-FA42651B62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8599" y="2363788"/>
            <a:ext cx="9601199" cy="51800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83699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4" r:id="rId2"/>
    <p:sldLayoutId id="2147483693" r:id="rId3"/>
    <p:sldLayoutId id="2147483692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2112" userDrawn="1">
          <p15:clr>
            <a:srgbClr val="F26B43"/>
          </p15:clr>
        </p15:guide>
        <p15:guide id="3" pos="4224" userDrawn="1">
          <p15:clr>
            <a:srgbClr val="F26B43"/>
          </p15:clr>
        </p15:guide>
        <p15:guide id="4" pos="144" userDrawn="1">
          <p15:clr>
            <a:srgbClr val="5ACBF0"/>
          </p15:clr>
        </p15:guide>
        <p15:guide id="6" pos="6192" userDrawn="1">
          <p15:clr>
            <a:srgbClr val="5ACBF0"/>
          </p15:clr>
        </p15:guide>
        <p15:guide id="8" orient="horz" pos="144" userDrawn="1">
          <p15:clr>
            <a:srgbClr val="5ACBF0"/>
          </p15:clr>
        </p15:guide>
        <p15:guide id="9" orient="horz" pos="4752" userDrawn="1">
          <p15:clr>
            <a:srgbClr val="5ACBF0"/>
          </p15:clr>
        </p15:guide>
        <p15:guide id="10" pos="1968" userDrawn="1">
          <p15:clr>
            <a:srgbClr val="5ACBF0"/>
          </p15:clr>
        </p15:guide>
        <p15:guide id="11" pos="2256" userDrawn="1">
          <p15:clr>
            <a:srgbClr val="5ACBF0"/>
          </p15:clr>
        </p15:guide>
        <p15:guide id="12" pos="4080" userDrawn="1">
          <p15:clr>
            <a:srgbClr val="5ACBF0"/>
          </p15:clr>
        </p15:guide>
        <p15:guide id="13" pos="4368" userDrawn="1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01FC0A8B-ACC9-AC64-8FA8-1407952E4B0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502" r="6899"/>
          <a:stretch>
            <a:fillRect/>
          </a:stretch>
        </p:blipFill>
        <p:spPr>
          <a:xfrm>
            <a:off x="225778" y="0"/>
            <a:ext cx="4510851" cy="7772400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B78C33BE-FDD4-BC14-3EA2-AB2810B7274C}"/>
              </a:ext>
            </a:extLst>
          </p:cNvPr>
          <p:cNvSpPr/>
          <p:nvPr/>
        </p:nvSpPr>
        <p:spPr>
          <a:xfrm>
            <a:off x="-794337" y="0"/>
            <a:ext cx="4391378" cy="143116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IN" sz="2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tx2"/>
                </a:solidFill>
                <a:effectLst/>
              </a:rPr>
              <a:t>QK  AI</a:t>
            </a:r>
          </a:p>
          <a:p>
            <a:pPr algn="ctr"/>
            <a:endParaRPr lang="en-IN" sz="900" dirty="0">
              <a:ln w="22225">
                <a:solidFill>
                  <a:schemeClr val="accent2"/>
                </a:solidFill>
                <a:prstDash val="solid"/>
              </a:ln>
              <a:solidFill>
                <a:schemeClr val="tx2"/>
              </a:solidFill>
            </a:endParaRPr>
          </a:p>
          <a:p>
            <a:pPr algn="ctr"/>
            <a:endParaRPr lang="en-IN" dirty="0">
              <a:ln w="22225">
                <a:solidFill>
                  <a:schemeClr val="accent2"/>
                </a:solidFill>
                <a:prstDash val="solid"/>
              </a:ln>
              <a:solidFill>
                <a:schemeClr val="tx2"/>
              </a:solidFill>
            </a:endParaRPr>
          </a:p>
          <a:p>
            <a:pPr algn="ctr"/>
            <a:endParaRPr lang="en-IN" dirty="0">
              <a:ln w="22225">
                <a:solidFill>
                  <a:schemeClr val="accent2"/>
                </a:solidFill>
                <a:prstDash val="solid"/>
              </a:ln>
              <a:solidFill>
                <a:schemeClr val="tx2"/>
              </a:solidFill>
            </a:endParaRPr>
          </a:p>
          <a:p>
            <a:pPr algn="ctr"/>
            <a:r>
              <a:rPr lang="en-IN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tx2"/>
                </a:solidFill>
              </a:rPr>
              <a:t>                                            By Bhuvan K </a:t>
            </a:r>
            <a:r>
              <a:rPr lang="en-IN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tx2"/>
                </a:solidFill>
              </a:rPr>
              <a:t>K</a:t>
            </a:r>
            <a:r>
              <a:rPr lang="en-IN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tx2"/>
                </a:solidFill>
              </a:rPr>
              <a:t> </a:t>
            </a:r>
            <a:r>
              <a:rPr lang="en-IN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tx2"/>
                </a:solidFill>
                <a:effectLst/>
              </a:rPr>
              <a:t> 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C1D5FD58-3B6E-1859-08C2-1E82D11AC57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803" t="3723" r="7367" b="6330"/>
          <a:stretch>
            <a:fillRect/>
          </a:stretch>
        </p:blipFill>
        <p:spPr>
          <a:xfrm>
            <a:off x="6591869" y="177421"/>
            <a:ext cx="1229154" cy="1367787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7B4EEAF-FAF3-F08A-0E41-B28F8B0FE781}"/>
              </a:ext>
            </a:extLst>
          </p:cNvPr>
          <p:cNvSpPr txBox="1"/>
          <p:nvPr/>
        </p:nvSpPr>
        <p:spPr>
          <a:xfrm>
            <a:off x="4736629" y="2051201"/>
            <a:ext cx="5321771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chemeClr val="tx2"/>
                </a:solidFill>
              </a:rPr>
              <a:t>What We Are Solving ?</a:t>
            </a:r>
          </a:p>
          <a:p>
            <a:pPr algn="ctr"/>
            <a:endParaRPr lang="en-US" sz="1600" b="1" dirty="0">
              <a:solidFill>
                <a:schemeClr val="tx2"/>
              </a:solidFill>
            </a:endParaRPr>
          </a:p>
          <a:p>
            <a:pPr algn="ctr"/>
            <a:r>
              <a:rPr lang="en-US" sz="2800" dirty="0">
                <a:solidFill>
                  <a:schemeClr val="tx2"/>
                </a:solidFill>
              </a:rPr>
              <a:t>"Insurance is critical, but complexity in selection and slow, manual claims processing are driving down customer trust and creating massive inefficiency. We need </a:t>
            </a:r>
            <a:r>
              <a:rPr lang="en-US" sz="2800" b="1" dirty="0">
                <a:solidFill>
                  <a:schemeClr val="tx2"/>
                </a:solidFill>
              </a:rPr>
              <a:t>personalized guidance</a:t>
            </a:r>
            <a:r>
              <a:rPr lang="en-US" sz="2800" dirty="0">
                <a:solidFill>
                  <a:schemeClr val="tx2"/>
                </a:solidFill>
              </a:rPr>
              <a:t> and </a:t>
            </a:r>
            <a:r>
              <a:rPr lang="en-US" sz="2800" b="1" dirty="0">
                <a:solidFill>
                  <a:schemeClr val="tx2"/>
                </a:solidFill>
              </a:rPr>
              <a:t>automated claim verification</a:t>
            </a:r>
            <a:r>
              <a:rPr lang="en-US" sz="2800" dirty="0">
                <a:solidFill>
                  <a:schemeClr val="tx2"/>
                </a:solidFill>
              </a:rPr>
              <a:t> to fix this."</a:t>
            </a:r>
            <a:endParaRPr lang="en-IN" sz="2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96703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BAC8CAA1-BDF5-E033-F540-8A0BB4A0BE6D}"/>
              </a:ext>
            </a:extLst>
          </p:cNvPr>
          <p:cNvSpPr/>
          <p:nvPr/>
        </p:nvSpPr>
        <p:spPr>
          <a:xfrm>
            <a:off x="462645" y="0"/>
            <a:ext cx="2894013" cy="777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0482A1F-A1ED-4FA6-4B9A-66B9DC94A14A}"/>
              </a:ext>
            </a:extLst>
          </p:cNvPr>
          <p:cNvSpPr txBox="1"/>
          <p:nvPr/>
        </p:nvSpPr>
        <p:spPr>
          <a:xfrm>
            <a:off x="462645" y="696036"/>
            <a:ext cx="9416261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>
                <a:solidFill>
                  <a:schemeClr val="tx2"/>
                </a:solidFill>
              </a:rPr>
              <a:t>               What is Our Solution  ? </a:t>
            </a:r>
          </a:p>
          <a:p>
            <a:pPr>
              <a:buNone/>
            </a:pPr>
            <a:endParaRPr lang="en-US" sz="2000" b="1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2"/>
                </a:solidFill>
              </a:rPr>
              <a:t>QK.ai – Insurance Claims Intelligence Platform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2"/>
                </a:solidFill>
              </a:rPr>
              <a:t>QK.ai transforms the 7-day insurance claim journey into a 2-minute AI-driven processes.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2"/>
                </a:solidFill>
              </a:rPr>
              <a:t>It introduces a simple 3-step claim flow : Upload Policy Upload FIR + Photos Describe Accident The system uses AI to instantly parse policies, verify evidence, cross-check stories with FIRs, and generate a CLAIM code with approval likelihood.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2"/>
                </a:solidFill>
              </a:rPr>
              <a:t>Users get real-time clarity on coverage, missing documents, and claim eligibility—all on mobile 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2"/>
                </a:solidFill>
              </a:rPr>
              <a:t>Insurers receive pre-validated claim packages, reducing manual work by 70%, speeding approvals to 2–4 hours, and improving accuracy and fraud detection.QK.ai = Faster claims, fewer rejections, lower costs, and complete transparency</a:t>
            </a:r>
          </a:p>
        </p:txBody>
      </p:sp>
    </p:spTree>
    <p:extLst>
      <p:ext uri="{BB962C8B-B14F-4D97-AF65-F5344CB8AC3E}">
        <p14:creationId xmlns:p14="http://schemas.microsoft.com/office/powerpoint/2010/main" val="21021256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F0640A8-AD80-8A5D-9394-C16F48B497B6}"/>
              </a:ext>
            </a:extLst>
          </p:cNvPr>
          <p:cNvSpPr/>
          <p:nvPr/>
        </p:nvSpPr>
        <p:spPr>
          <a:xfrm>
            <a:off x="740780" y="-1"/>
            <a:ext cx="2685326" cy="777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CB17253-DF7B-3A34-D0A7-442A032E4425}"/>
              </a:ext>
            </a:extLst>
          </p:cNvPr>
          <p:cNvSpPr txBox="1"/>
          <p:nvPr/>
        </p:nvSpPr>
        <p:spPr>
          <a:xfrm>
            <a:off x="457200" y="258127"/>
            <a:ext cx="91439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800" b="1" dirty="0">
                <a:solidFill>
                  <a:schemeClr val="tx2"/>
                </a:solidFill>
              </a:rPr>
              <a:t>Technologies We Used </a:t>
            </a:r>
            <a:endParaRPr lang="en-IN" sz="2800" b="1" dirty="0">
              <a:solidFill>
                <a:schemeClr val="tx2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95A1D64-947A-3516-5363-B55CD6BDFDDE}"/>
              </a:ext>
            </a:extLst>
          </p:cNvPr>
          <p:cNvSpPr txBox="1"/>
          <p:nvPr/>
        </p:nvSpPr>
        <p:spPr>
          <a:xfrm>
            <a:off x="827590" y="984884"/>
            <a:ext cx="9143999" cy="7478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2"/>
                </a:solidFill>
              </a:rPr>
              <a:t>QK.ai uses React frontend on Vercel with backend now deployed on Render, plus Firebase authentication.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2"/>
                </a:solidFill>
              </a:rPr>
              <a:t>​Frontend (Vercel) </a:t>
            </a:r>
          </a:p>
          <a:p>
            <a:r>
              <a:rPr lang="en-US" sz="2000" b="1" dirty="0">
                <a:solidFill>
                  <a:schemeClr val="tx2"/>
                </a:solidFill>
              </a:rPr>
              <a:t>     React + Vite + Tailwind CSS + React Router</a:t>
            </a:r>
          </a:p>
          <a:p>
            <a:r>
              <a:rPr lang="en-US" sz="2000" b="1" dirty="0">
                <a:solidFill>
                  <a:schemeClr val="tx2"/>
                </a:solidFill>
              </a:rPr>
              <a:t>     React Icons + React Markdown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2"/>
                </a:solidFill>
              </a:rPr>
              <a:t>Environment: VITE_API_URL points to Render backend URL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2"/>
                </a:solidFill>
              </a:rPr>
              <a:t>Backend (Render)</a:t>
            </a:r>
          </a:p>
          <a:p>
            <a:r>
              <a:rPr lang="en-US" sz="2000" b="1" dirty="0">
                <a:solidFill>
                  <a:schemeClr val="tx2"/>
                </a:solidFill>
              </a:rPr>
              <a:t>     Node.js / Express.js (server.js with /api / gemini-chat, /api/claim-check,</a:t>
            </a:r>
          </a:p>
          <a:p>
            <a:r>
              <a:rPr lang="en-US" sz="2000" b="1" dirty="0">
                <a:solidFill>
                  <a:schemeClr val="tx2"/>
                </a:solidFill>
              </a:rPr>
              <a:t>      /api/claim-story) </a:t>
            </a:r>
          </a:p>
          <a:p>
            <a:r>
              <a:rPr lang="en-US" sz="2000" b="1" dirty="0">
                <a:solidFill>
                  <a:schemeClr val="tx2"/>
                </a:solidFill>
              </a:rPr>
              <a:t>      node-fetch, pdf-parse, multer, dotenv, cors </a:t>
            </a:r>
          </a:p>
          <a:p>
            <a:r>
              <a:rPr lang="en-US" sz="2000" b="1" dirty="0">
                <a:solidFill>
                  <a:schemeClr val="tx2"/>
                </a:solidFill>
              </a:rPr>
              <a:t>      Handles PDF processing, file uploads, Gemini AI integrationlibrary+1​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2"/>
                </a:solidFill>
              </a:rPr>
              <a:t> Deployment Setup </a:t>
            </a:r>
          </a:p>
          <a:p>
            <a:r>
              <a:rPr lang="en-US" sz="2000" b="1" dirty="0">
                <a:solidFill>
                  <a:schemeClr val="tx2"/>
                </a:solidFill>
              </a:rPr>
              <a:t>      Frontend:  Vercel (GitHub auto-deploy on push to main)</a:t>
            </a:r>
          </a:p>
          <a:p>
            <a:r>
              <a:rPr lang="en-US" sz="2000" b="1" dirty="0">
                <a:solidFill>
                  <a:schemeClr val="tx2"/>
                </a:solidFill>
              </a:rPr>
              <a:t>      Backend: Render (custom Node server, set npm start in build settings)</a:t>
            </a:r>
          </a:p>
          <a:p>
            <a:r>
              <a:rPr lang="en-US" sz="2000" b="1" dirty="0">
                <a:solidFill>
                  <a:schemeClr val="tx2"/>
                </a:solidFill>
              </a:rPr>
              <a:t>      Connection: Frontend fetches from Render URL via VITE_API_URL</a:t>
            </a:r>
          </a:p>
          <a:p>
            <a:endParaRPr lang="en-US" sz="2000" b="1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2"/>
                </a:solidFill>
              </a:rPr>
              <a:t>Component: Policy Claim Processing Module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2"/>
                </a:solidFill>
              </a:rPr>
              <a:t>Functionality: Verify policy docs, FIR, &amp; photos → Capture user story → Generate case summary → Assign claim ID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2"/>
                </a:solidFill>
              </a:rPr>
              <a:t>Tech Stack: Vector database-powered chatbot for intelligent data processing &amp; matching</a:t>
            </a:r>
          </a:p>
          <a:p>
            <a:endParaRPr lang="en-US" sz="2000" b="1" dirty="0">
              <a:solidFill>
                <a:schemeClr val="tx2"/>
              </a:solidFill>
            </a:endParaRPr>
          </a:p>
          <a:p>
            <a:endParaRPr lang="en-US" sz="2000" b="1" dirty="0">
              <a:solidFill>
                <a:schemeClr val="tx2"/>
              </a:solidFill>
            </a:endParaRPr>
          </a:p>
          <a:p>
            <a:endParaRPr lang="en-IN" sz="20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53640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4E18AB-B19A-4AF1-F6B2-B8533CB2B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B35AF491-4C43-E8C4-1580-63FF8C2E3DBE}"/>
              </a:ext>
            </a:extLst>
          </p:cNvPr>
          <p:cNvSpPr/>
          <p:nvPr/>
        </p:nvSpPr>
        <p:spPr>
          <a:xfrm>
            <a:off x="740780" y="-1"/>
            <a:ext cx="2685326" cy="777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351BB9-4EEF-EB27-C49F-873454F6F77D}"/>
              </a:ext>
            </a:extLst>
          </p:cNvPr>
          <p:cNvSpPr txBox="1"/>
          <p:nvPr/>
        </p:nvSpPr>
        <p:spPr>
          <a:xfrm>
            <a:off x="740780" y="105057"/>
            <a:ext cx="91439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800" b="1" dirty="0">
                <a:solidFill>
                  <a:schemeClr val="tx2"/>
                </a:solidFill>
              </a:rPr>
              <a:t>Advantages : </a:t>
            </a:r>
            <a:endParaRPr lang="en-IN" sz="2800" b="1" dirty="0">
              <a:solidFill>
                <a:schemeClr val="tx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0A3AEB-2260-EFB6-53E8-10F5E9B13AAD}"/>
              </a:ext>
            </a:extLst>
          </p:cNvPr>
          <p:cNvSpPr txBox="1"/>
          <p:nvPr/>
        </p:nvSpPr>
        <p:spPr>
          <a:xfrm>
            <a:off x="914401" y="733335"/>
            <a:ext cx="9143999" cy="6863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chemeClr val="tx2"/>
                </a:solidFill>
              </a:rPr>
              <a:t>QK.ai AdvantagesQK.ai streamlines insurance claims by combining AI analysis with document verification, reducing processing time from days to minutes through automated policy review, evidence upload, and claim eligibility checks.</a:t>
            </a:r>
          </a:p>
          <a:p>
            <a:pPr>
              <a:buNone/>
            </a:pPr>
            <a:endParaRPr lang="en-US" sz="2000" b="1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2"/>
                </a:solidFill>
              </a:rPr>
              <a:t>Speed: Instant AI feedback on claim viability vs. waiting for insurer review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2"/>
                </a:solidFill>
              </a:rPr>
              <a:t>​Accessibility: Mobile-first responsive design works on phones for on-scene uploads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2"/>
                </a:solidFill>
              </a:rPr>
              <a:t>​Accuracy: Gemini AI + PDF parsing cross-references policy terms with user story/FIR/photos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2"/>
                </a:solidFill>
              </a:rPr>
              <a:t>User-Friendly: Simple 3-step flow (policy → evidence → story) with clear guidance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2"/>
                </a:solidFill>
              </a:rPr>
              <a:t>Cost-Effective: No human underwriter needed for initial screening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2"/>
                </a:solidFill>
              </a:rPr>
              <a:t>Real-Life ImpactAccident Victims: Bike crash? Upload FIR + damage photos → Get "CLAIM-123456" code + next steps in 30 seconds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2"/>
                </a:solidFill>
              </a:rPr>
              <a:t>Policyholders: Paste policy text → Ask "Does this cover theft?" → Get markdown summary + claim advice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2"/>
                </a:solidFill>
              </a:rPr>
              <a:t>​Insurers: Pre-filter valid claims, reduce fraudulent submissions through evidence validation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2"/>
                </a:solidFill>
              </a:rPr>
              <a:t>​Daily Use: "Best car insurance 2025" queries return personalized recommendations</a:t>
            </a:r>
            <a:endParaRPr lang="en-IN" sz="20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75869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CFA112-B9DE-935A-2A71-0DA626206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0BEB61A-3635-29B0-8A45-4FB7B5778A30}"/>
              </a:ext>
            </a:extLst>
          </p:cNvPr>
          <p:cNvSpPr/>
          <p:nvPr/>
        </p:nvSpPr>
        <p:spPr>
          <a:xfrm>
            <a:off x="740780" y="-1"/>
            <a:ext cx="2685326" cy="777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3B0CF0-A195-0510-F2BE-965CA3D80269}"/>
              </a:ext>
            </a:extLst>
          </p:cNvPr>
          <p:cNvSpPr txBox="1"/>
          <p:nvPr/>
        </p:nvSpPr>
        <p:spPr>
          <a:xfrm>
            <a:off x="173621" y="-292737"/>
            <a:ext cx="9143999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endParaRPr lang="en-US" sz="2800" b="1" dirty="0">
              <a:solidFill>
                <a:schemeClr val="tx2"/>
              </a:solidFill>
            </a:endParaRPr>
          </a:p>
          <a:p>
            <a:pPr algn="ctr">
              <a:buNone/>
            </a:pPr>
            <a:r>
              <a:rPr lang="en-US" sz="4000" b="1" dirty="0">
                <a:solidFill>
                  <a:schemeClr val="tx2"/>
                </a:solidFill>
              </a:rPr>
              <a:t>Example Scenarios  : </a:t>
            </a:r>
            <a:endParaRPr lang="en-IN" sz="4000" b="1" dirty="0">
              <a:solidFill>
                <a:schemeClr val="tx2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D0A4AF-DCA3-D338-A54B-43CCFA6411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780" y="1033390"/>
            <a:ext cx="9317619" cy="476690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960532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F641B255-9EE0-113B-6559-CC9F1306B04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Subtitle 10">
            <a:extLst>
              <a:ext uri="{FF2B5EF4-FFF2-40B4-BE49-F238E27FC236}">
                <a16:creationId xmlns:a16="http://schemas.microsoft.com/office/drawing/2014/main" id="{178272D1-B220-C57E-B572-F0FE15478A6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CAB95427-0E0B-FFFA-CDBD-963F919E962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EA4ED52-4D0B-2AC8-E408-931A717032A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0" name="Picture Placeholder 29">
            <a:extLst>
              <a:ext uri="{FF2B5EF4-FFF2-40B4-BE49-F238E27FC236}">
                <a16:creationId xmlns:a16="http://schemas.microsoft.com/office/drawing/2014/main" id="{99357583-7ADD-0E1B-AF6C-2D6D47E22AA9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/>
          <a:srcRect l="13634" r="13634"/>
          <a:stretch>
            <a:fillRect/>
          </a:stretch>
        </p:blipFill>
        <p:spPr>
          <a:xfrm>
            <a:off x="3398449" y="4500155"/>
            <a:ext cx="2718256" cy="3173527"/>
          </a:xfr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F7D70689-2D84-D2C6-1151-79A4E0AB14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650" y="7451"/>
            <a:ext cx="6705600" cy="431069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FDADD671-C840-FE53-40E5-09B16C3A7C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4469" y="4521461"/>
            <a:ext cx="3807855" cy="3152221"/>
          </a:xfrm>
          <a:prstGeom prst="rect">
            <a:avLst/>
          </a:prstGeom>
        </p:spPr>
      </p:pic>
      <p:sp>
        <p:nvSpPr>
          <p:cNvPr id="35" name="Rectangle 1">
            <a:extLst>
              <a:ext uri="{FF2B5EF4-FFF2-40B4-BE49-F238E27FC236}">
                <a16:creationId xmlns:a16="http://schemas.microsoft.com/office/drawing/2014/main" id="{1CA7C1CF-13C4-39A0-8586-860BC21EF29A}"/>
              </a:ext>
            </a:extLst>
          </p:cNvPr>
          <p:cNvSpPr>
            <a:spLocks noGrp="1" noChangeArrowheads="1"/>
          </p:cNvSpPr>
          <p:nvPr>
            <p:ph type="body" sz="quarter" idx="14"/>
          </p:nvPr>
        </p:nvSpPr>
        <p:spPr bwMode="auto">
          <a:xfrm>
            <a:off x="97127" y="0"/>
            <a:ext cx="3174585" cy="78483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100" b="1" i="0" u="none" strike="noStrike" cap="none" normalizeH="0" baseline="0" dirty="0">
                <a:ln>
                  <a:noFill/>
                </a:ln>
                <a:effectLst/>
              </a:rPr>
              <a:t>Policy Summarizer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effectLst/>
              </a:rPr>
              <a:t> Upload PDFs or paste text for instant, human-readable summaries. Get key insights and highlights immediately.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100" b="0" i="1" u="none" strike="noStrike" cap="none" normalizeH="0" baseline="0" dirty="0">
                <a:ln>
                  <a:noFill/>
                </a:ln>
                <a:effectLst/>
              </a:rPr>
              <a:t>Ideal for understanding complex new policies quickly.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1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100" b="1" i="0" u="none" strike="noStrike" cap="none" normalizeH="0" baseline="0" dirty="0">
                <a:ln>
                  <a:noFill/>
                </a:ln>
                <a:effectLst/>
              </a:rPr>
              <a:t>Claim Checker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effectLst/>
              </a:rPr>
              <a:t> Describe your situation. Our AI assesses likely coverage and provides tailored recommendations to help you navigate next steps.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100" b="0" i="1" u="none" strike="noStrike" cap="none" normalizeH="0" baseline="0" dirty="0">
                <a:ln>
                  <a:noFill/>
                </a:ln>
                <a:effectLst/>
              </a:rPr>
              <a:t>Future-proof your life with guided support.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1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100" b="1" i="0" u="none" strike="noStrike" cap="none" normalizeH="0" baseline="0" dirty="0">
                <a:ln>
                  <a:noFill/>
                </a:ln>
                <a:effectLst/>
              </a:rPr>
              <a:t>Plan Builder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effectLst/>
              </a:rPr>
              <a:t> Access personalized financial planning tools designed to help you secure your retirement and long-term goals</a:t>
            </a:r>
          </a:p>
        </p:txBody>
      </p:sp>
    </p:spTree>
    <p:extLst>
      <p:ext uri="{BB962C8B-B14F-4D97-AF65-F5344CB8AC3E}">
        <p14:creationId xmlns:p14="http://schemas.microsoft.com/office/powerpoint/2010/main" val="34699790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23D251-DBAD-15AE-C5AF-034BFD7B4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1">
            <a:extLst>
              <a:ext uri="{FF2B5EF4-FFF2-40B4-BE49-F238E27FC236}">
                <a16:creationId xmlns:a16="http://schemas.microsoft.com/office/drawing/2014/main" id="{C2D75A85-8F7C-A8F7-43DD-2085BB15B950}"/>
              </a:ext>
            </a:extLst>
          </p:cNvPr>
          <p:cNvSpPr>
            <a:spLocks noGrp="1" noChangeArrowheads="1"/>
          </p:cNvSpPr>
          <p:nvPr>
            <p:ph type="body" sz="quarter" idx="14"/>
          </p:nvPr>
        </p:nvSpPr>
        <p:spPr bwMode="auto">
          <a:xfrm>
            <a:off x="97127" y="184666"/>
            <a:ext cx="3174585" cy="7478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/>
              <a:t>Policy Suggester Module (Personalized Selection)</a:t>
            </a:r>
          </a:p>
          <a:p>
            <a:r>
              <a:rPr lang="en-US" sz="2000" b="1" dirty="0"/>
              <a:t>Problem Solved:</a:t>
            </a:r>
            <a:r>
              <a:rPr lang="en-US" sz="2000" dirty="0"/>
              <a:t> Policy Complexity &amp; Confusion</a:t>
            </a:r>
          </a:p>
          <a:p>
            <a:r>
              <a:rPr lang="en-US" sz="2000" b="1" dirty="0"/>
              <a:t>Intelligent Matching:</a:t>
            </a:r>
            <a:r>
              <a:rPr lang="en-US" sz="2000" dirty="0"/>
              <a:t> Matches user </a:t>
            </a:r>
            <a:r>
              <a:rPr lang="en-US" sz="2000" dirty="0">
                <a:ea typeface="Sans Serif Collection" panose="020B0502040504020204" pitchFamily="34" charset="0"/>
                <a:cs typeface="Sans Serif Collection" panose="020B0502040504020204" pitchFamily="34" charset="0"/>
              </a:rPr>
              <a:t>inputs (budget</a:t>
            </a:r>
            <a:r>
              <a:rPr lang="en-US" sz="2000" dirty="0"/>
              <a:t>, age, risk preference) with optimal available policies.</a:t>
            </a:r>
          </a:p>
          <a:p>
            <a:r>
              <a:rPr lang="en-US" sz="2000" b="1" dirty="0"/>
              <a:t>Outcome:</a:t>
            </a:r>
            <a:r>
              <a:rPr lang="en-US" sz="2000" dirty="0"/>
              <a:t> Provides </a:t>
            </a:r>
            <a:r>
              <a:rPr lang="en-US" sz="2000" b="1" dirty="0"/>
              <a:t>ranked, personalized recommendations</a:t>
            </a:r>
            <a:r>
              <a:rPr lang="en-US" sz="2000" dirty="0"/>
              <a:t> to ensure customers get the </a:t>
            </a:r>
            <a:r>
              <a:rPr lang="en-US" sz="2000" i="1" dirty="0"/>
              <a:t>right</a:t>
            </a:r>
            <a:r>
              <a:rPr lang="en-US" sz="2000" dirty="0"/>
              <a:t> coverage.</a:t>
            </a:r>
            <a:endParaRPr lang="en-IN" sz="2000" dirty="0"/>
          </a:p>
          <a:p>
            <a:endParaRPr lang="en-IN" sz="20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6890E1-AC7C-2148-4732-324B5B6B40E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2940"/>
          <a:stretch>
            <a:fillRect/>
          </a:stretch>
        </p:blipFill>
        <p:spPr>
          <a:xfrm>
            <a:off x="3461657" y="0"/>
            <a:ext cx="6596743" cy="777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2783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903B3A-5401-F9FD-3220-B60458287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1">
            <a:extLst>
              <a:ext uri="{FF2B5EF4-FFF2-40B4-BE49-F238E27FC236}">
                <a16:creationId xmlns:a16="http://schemas.microsoft.com/office/drawing/2014/main" id="{FE89B240-ACA7-1D09-3E3D-DFDBDC5A6259}"/>
              </a:ext>
            </a:extLst>
          </p:cNvPr>
          <p:cNvSpPr>
            <a:spLocks noGrp="1" noChangeArrowheads="1"/>
          </p:cNvSpPr>
          <p:nvPr>
            <p:ph type="body" sz="quarter" idx="14"/>
          </p:nvPr>
        </p:nvSpPr>
        <p:spPr bwMode="auto">
          <a:xfrm>
            <a:off x="97127" y="415497"/>
            <a:ext cx="3174585" cy="70173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ea typeface="Sans Serif Collection" panose="020B0502040504020204" pitchFamily="34" charset="0"/>
                <a:cs typeface="Sans Serif Collection" panose="020B0502040504020204" pitchFamily="34" charset="0"/>
              </a:rPr>
              <a:t>Claim Checker Module (Instant Verification)</a:t>
            </a:r>
          </a:p>
          <a:p>
            <a:r>
              <a:rPr lang="en-US" sz="2000" b="1" dirty="0">
                <a:ea typeface="Sans Serif Collection" panose="020B0502040504020204" pitchFamily="34" charset="0"/>
                <a:cs typeface="Sans Serif Collection" panose="020B0502040504020204" pitchFamily="34" charset="0"/>
              </a:rPr>
              <a:t>Problem Solved:</a:t>
            </a:r>
            <a:r>
              <a:rPr lang="en-US" sz="2000" dirty="0">
                <a:ea typeface="Sans Serif Collection" panose="020B0502040504020204" pitchFamily="34" charset="0"/>
                <a:cs typeface="Sans Serif Collection" panose="020B0502040504020204" pitchFamily="34" charset="0"/>
              </a:rPr>
              <a:t> Slow, Manual </a:t>
            </a:r>
            <a:r>
              <a:rPr lang="en-US" sz="1800" dirty="0">
                <a:ea typeface="Sans Serif Collection" panose="020B0502040504020204" pitchFamily="34" charset="0"/>
                <a:cs typeface="Sans Serif Collection" panose="020B0502040504020204" pitchFamily="34" charset="0"/>
              </a:rPr>
              <a:t>Claims</a:t>
            </a:r>
            <a:r>
              <a:rPr lang="en-US" sz="2000" dirty="0">
                <a:ea typeface="Sans Serif Collection" panose="020B0502040504020204" pitchFamily="34" charset="0"/>
                <a:cs typeface="Sans Serif Collection" panose="020B0502040504020204" pitchFamily="34" charset="0"/>
              </a:rPr>
              <a:t> &amp; Lack of Trust</a:t>
            </a:r>
          </a:p>
          <a:p>
            <a:r>
              <a:rPr lang="en-US" sz="2000" b="1" dirty="0">
                <a:ea typeface="Sans Serif Collection" panose="020B0502040504020204" pitchFamily="34" charset="0"/>
                <a:cs typeface="Sans Serif Collection" panose="020B0502040504020204" pitchFamily="34" charset="0"/>
              </a:rPr>
              <a:t>Automated Verification:</a:t>
            </a:r>
            <a:r>
              <a:rPr lang="en-US" sz="2000" dirty="0">
                <a:ea typeface="Sans Serif Collection" panose="020B0502040504020204" pitchFamily="34" charset="0"/>
                <a:cs typeface="Sans Serif Collection" panose="020B0502040504020204" pitchFamily="34" charset="0"/>
              </a:rPr>
              <a:t> Instantly analyzes uploaded claim documents for accuracy.</a:t>
            </a:r>
          </a:p>
          <a:p>
            <a:r>
              <a:rPr lang="en-US" sz="2000" b="1" dirty="0">
                <a:ea typeface="Sans Serif Collection" panose="020B0502040504020204" pitchFamily="34" charset="0"/>
                <a:cs typeface="Sans Serif Collection" panose="020B0502040504020204" pitchFamily="34" charset="0"/>
              </a:rPr>
              <a:t>Fraud Detection:</a:t>
            </a:r>
            <a:r>
              <a:rPr lang="en-US" sz="2000" dirty="0"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</a:p>
          <a:p>
            <a:r>
              <a:rPr lang="en-US" sz="2000" dirty="0">
                <a:ea typeface="Sans Serif Collection" panose="020B0502040504020204" pitchFamily="34" charset="0"/>
                <a:cs typeface="Sans Serif Collection" panose="020B0502040504020204" pitchFamily="34" charset="0"/>
              </a:rPr>
              <a:t>Employs Anomaly Detection techniques to flag and prevent fraudulent claims.</a:t>
            </a:r>
            <a:endParaRPr lang="en-IN" sz="2000" dirty="0"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9E6EBB2-F43E-18D5-A773-C8B4EF650B7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079" t="96" r="9838" b="1591"/>
          <a:stretch>
            <a:fillRect/>
          </a:stretch>
        </p:blipFill>
        <p:spPr>
          <a:xfrm>
            <a:off x="3382578" y="107576"/>
            <a:ext cx="6675822" cy="7449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3757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BF16A-B3A4-8302-9427-14DF318095A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6C703D-73D6-1E0F-606B-46FE3379C5C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3B22BE-8254-FDCF-03CE-FAA2E4DEA1E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99DFF01-07D4-2AC3-91EF-B4A45803956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E59A9F3-4686-C0D3-1844-9A4F9682277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0A7F7EB-C568-5699-2868-FB4055946EE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CB13FCA-21FA-F463-7FF0-66447A2EBD3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761" r="9747"/>
          <a:stretch>
            <a:fillRect/>
          </a:stretch>
        </p:blipFill>
        <p:spPr>
          <a:xfrm>
            <a:off x="-1" y="-1"/>
            <a:ext cx="5832215" cy="767826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C08C15C-5F0B-2614-50F1-811C5356C6A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304" r="11929"/>
          <a:stretch>
            <a:fillRect/>
          </a:stretch>
        </p:blipFill>
        <p:spPr>
          <a:xfrm>
            <a:off x="5832215" y="47065"/>
            <a:ext cx="4226185" cy="7678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9174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867F3F-6F57-0E80-DAA5-EF06577E8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1">
            <a:extLst>
              <a:ext uri="{FF2B5EF4-FFF2-40B4-BE49-F238E27FC236}">
                <a16:creationId xmlns:a16="http://schemas.microsoft.com/office/drawing/2014/main" id="{7C2D951A-A835-8A61-626E-C941068C1C07}"/>
              </a:ext>
            </a:extLst>
          </p:cNvPr>
          <p:cNvSpPr>
            <a:spLocks noGrp="1" noChangeArrowheads="1"/>
          </p:cNvSpPr>
          <p:nvPr>
            <p:ph type="body" sz="quarter" idx="14"/>
          </p:nvPr>
        </p:nvSpPr>
        <p:spPr bwMode="auto">
          <a:xfrm>
            <a:off x="97128" y="35243"/>
            <a:ext cx="3174585" cy="68634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/>
              <a:t>Plan Builder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000" b="1" dirty="0"/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dirty="0"/>
              <a:t>Goal-Oriented Setup:</a:t>
            </a:r>
            <a:r>
              <a:rPr lang="en-US" altLang="en-US" sz="2000" dirty="0"/>
              <a:t> Define clear objectives for retirement and long-term milestones.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000" dirty="0"/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dirty="0"/>
              <a:t>Sustainable Growth:</a:t>
            </a:r>
            <a:r>
              <a:rPr lang="en-US" altLang="en-US" sz="2000" dirty="0"/>
              <a:t> Create a balanced roadmap focused on steady, low-risk wealth building.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000" dirty="0"/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dirty="0"/>
              <a:t>Progress Tracking:</a:t>
            </a:r>
            <a:r>
              <a:rPr lang="en-US" altLang="en-US" sz="2000" dirty="0"/>
              <a:t> Monitor your journey and stay aligned with your original growth targets.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000" dirty="0"/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dirty="0"/>
              <a:t>Strategic Allocation:</a:t>
            </a:r>
            <a:r>
              <a:rPr lang="en-US" altLang="en-US" sz="2000" dirty="0"/>
              <a:t> Tools to help you distribute resources effectively for long-term stability.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7C1E977-BC6A-7D97-B99E-06618A18C3C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893" r="10962"/>
          <a:stretch>
            <a:fillRect/>
          </a:stretch>
        </p:blipFill>
        <p:spPr>
          <a:xfrm>
            <a:off x="3065929" y="35243"/>
            <a:ext cx="7019365" cy="7701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59719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">
  <a:themeElements>
    <a:clrScheme name="Custom 5">
      <a:dk1>
        <a:srgbClr val="000000"/>
      </a:dk1>
      <a:lt1>
        <a:sysClr val="window" lastClr="FFFFFF"/>
      </a:lt1>
      <a:dk2>
        <a:srgbClr val="17406D"/>
      </a:dk2>
      <a:lt2>
        <a:srgbClr val="DBEFF9"/>
      </a:lt2>
      <a:accent1>
        <a:srgbClr val="82B1E4"/>
      </a:accent1>
      <a:accent2>
        <a:srgbClr val="17406D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7406D"/>
      </a:hlink>
      <a:folHlink>
        <a:srgbClr val="82B1E4"/>
      </a:folHlink>
    </a:clrScheme>
    <a:fontScheme name="Custom 6">
      <a:majorFont>
        <a:latin typeface="Century Gothic"/>
        <a:ea typeface=""/>
        <a:cs typeface=""/>
      </a:majorFont>
      <a:minorFont>
        <a:latin typeface="Gill Sans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87" row="9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2626E1F-ED93-4A4E-AF1C-1617B798BE36}">
  <we:reference id="wa104178141" version="4.3.3.0" store="en-US" storeType="OMEX"/>
  <we:alternateReferences>
    <we:reference id="wa104178141" version="4.3.3.0" store="WA104178141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396FE40-54E0-4037-BA44-87E12A10571E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DF583D91-7997-43AB-ABC2-40E0CE2D4BA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6095769-5942-4600-A53A-03E512C1B4E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1445</TotalTime>
  <Words>783</Words>
  <Application>Microsoft Office PowerPoint</Application>
  <PresentationFormat>Custom</PresentationFormat>
  <Paragraphs>77</Paragraphs>
  <Slides>10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Century Gothic</vt:lpstr>
      <vt:lpstr>Gill Sans MT</vt:lpstr>
      <vt:lpstr>Sans Serif Collection</vt:lpstr>
      <vt:lpstr>Custom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chaithanya Narasimha</dc:creator>
  <cp:lastModifiedBy>chaithanya Narasimha</cp:lastModifiedBy>
  <cp:revision>5</cp:revision>
  <dcterms:created xsi:type="dcterms:W3CDTF">2025-12-06T18:15:48Z</dcterms:created>
  <dcterms:modified xsi:type="dcterms:W3CDTF">2026-02-06T07:57:43Z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